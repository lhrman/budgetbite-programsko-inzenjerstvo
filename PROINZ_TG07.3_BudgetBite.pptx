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8"/>
  </p:notesMasterIdLst>
  <p:sldIdLst>
    <p:sldId id="256" r:id="rId3"/>
    <p:sldId id="258" r:id="rId4"/>
    <p:sldId id="303" r:id="rId5"/>
    <p:sldId id="259" r:id="rId6"/>
    <p:sldId id="298" r:id="rId7"/>
    <p:sldId id="299" r:id="rId8"/>
    <p:sldId id="262" r:id="rId9"/>
    <p:sldId id="261" r:id="rId10"/>
    <p:sldId id="263" r:id="rId11"/>
    <p:sldId id="264" r:id="rId12"/>
    <p:sldId id="301" r:id="rId13"/>
    <p:sldId id="302" r:id="rId14"/>
    <p:sldId id="267" r:id="rId15"/>
    <p:sldId id="268" r:id="rId16"/>
    <p:sldId id="271" r:id="rId17"/>
  </p:sldIdLst>
  <p:sldSz cx="9144000" cy="5143500" type="screen16x9"/>
  <p:notesSz cx="6858000" cy="9144000"/>
  <p:embeddedFontLst>
    <p:embeddedFont>
      <p:font typeface="Bellota Text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73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E01DD1-8B17-B6F3-B3AC-169BB8F043BB}" v="205" dt="2026-01-23T14:31:05.059"/>
  </p1510:revLst>
</p1510:revInfo>
</file>

<file path=ppt/tableStyles.xml><?xml version="1.0" encoding="utf-8"?>
<a:tblStyleLst xmlns:a="http://schemas.openxmlformats.org/drawingml/2006/main" def="{57EB242C-26CD-414B-9D65-A5A690DE4154}">
  <a:tblStyle styleId="{57EB242C-26CD-414B-9D65-A5A690DE41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635E310-D0AD-4B83-9424-8DF9722912F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468A470C-FF62-A657-092B-2A2D3CA5F18D}"/>
    <pc:docChg chg="modSld">
      <pc:chgData name="" userId="" providerId="" clId="Web-{468A470C-FF62-A657-092B-2A2D3CA5F18D}" dt="2026-01-20T09:35:06.055" v="0"/>
      <pc:docMkLst>
        <pc:docMk/>
      </pc:docMkLst>
      <pc:sldChg chg="delSp">
        <pc:chgData name="" userId="" providerId="" clId="Web-{468A470C-FF62-A657-092B-2A2D3CA5F18D}" dt="2026-01-20T09:35:06.055" v="0"/>
        <pc:sldMkLst>
          <pc:docMk/>
          <pc:sldMk cId="0" sldId="256"/>
        </pc:sldMkLst>
      </pc:sldChg>
    </pc:docChg>
  </pc:docChgLst>
  <pc:docChgLst>
    <pc:chgData name="Lorena Hrman" userId="S::lh55662@fer.hr::2d97084f-cf30-4ba0-96af-7cefc6a60fee" providerId="AD" clId="Web-{468A470C-FF62-A657-092B-2A2D3CA5F18D}"/>
    <pc:docChg chg="addSld delSld modSld sldOrd">
      <pc:chgData name="Lorena Hrman" userId="S::lh55662@fer.hr::2d97084f-cf30-4ba0-96af-7cefc6a60fee" providerId="AD" clId="Web-{468A470C-FF62-A657-092B-2A2D3CA5F18D}" dt="2026-01-20T10:29:30.384" v="1557" actId="20577"/>
      <pc:docMkLst>
        <pc:docMk/>
      </pc:docMkLst>
      <pc:sldChg chg="addSp delSp modSp">
        <pc:chgData name="Lorena Hrman" userId="S::lh55662@fer.hr::2d97084f-cf30-4ba0-96af-7cefc6a60fee" providerId="AD" clId="Web-{468A470C-FF62-A657-092B-2A2D3CA5F18D}" dt="2026-01-20T09:50:54.670" v="373" actId="20577"/>
        <pc:sldMkLst>
          <pc:docMk/>
          <pc:sldMk cId="0" sldId="256"/>
        </pc:sldMkLst>
        <pc:spChg chg="add mod">
          <ac:chgData name="Lorena Hrman" userId="S::lh55662@fer.hr::2d97084f-cf30-4ba0-96af-7cefc6a60fee" providerId="AD" clId="Web-{468A470C-FF62-A657-092B-2A2D3CA5F18D}" dt="2026-01-20T09:50:54.670" v="373" actId="20577"/>
          <ac:spMkLst>
            <pc:docMk/>
            <pc:sldMk cId="0" sldId="256"/>
            <ac:spMk id="4" creationId="{9044EAD0-0D2A-8FB4-0D46-2D167AB286AD}"/>
          </ac:spMkLst>
        </pc:spChg>
        <pc:picChg chg="add mod">
          <ac:chgData name="Lorena Hrman" userId="S::lh55662@fer.hr::2d97084f-cf30-4ba0-96af-7cefc6a60fee" providerId="AD" clId="Web-{468A470C-FF62-A657-092B-2A2D3CA5F18D}" dt="2026-01-20T09:38:41.109" v="20"/>
          <ac:picMkLst>
            <pc:docMk/>
            <pc:sldMk cId="0" sldId="256"/>
            <ac:picMk id="2" creationId="{8A7389C5-9406-1D80-7677-1208DC55CE48}"/>
          </ac:picMkLst>
        </pc:picChg>
      </pc:sldChg>
      <pc:sldChg chg="addSp delSp modSp">
        <pc:chgData name="Lorena Hrman" userId="S::lh55662@fer.hr::2d97084f-cf30-4ba0-96af-7cefc6a60fee" providerId="AD" clId="Web-{468A470C-FF62-A657-092B-2A2D3CA5F18D}" dt="2026-01-20T09:50:29.965" v="371" actId="20577"/>
        <pc:sldMkLst>
          <pc:docMk/>
          <pc:sldMk cId="0" sldId="258"/>
        </pc:sldMkLst>
        <pc:spChg chg="add mod">
          <ac:chgData name="Lorena Hrman" userId="S::lh55662@fer.hr::2d97084f-cf30-4ba0-96af-7cefc6a60fee" providerId="AD" clId="Web-{468A470C-FF62-A657-092B-2A2D3CA5F18D}" dt="2026-01-20T09:49:35.306" v="321" actId="20577"/>
          <ac:spMkLst>
            <pc:docMk/>
            <pc:sldMk cId="0" sldId="258"/>
            <ac:spMk id="33" creationId="{96313C01-D95B-E7CF-2650-6A1AF0D97EA5}"/>
          </ac:spMkLst>
        </pc:spChg>
        <pc:spChg chg="add mod">
          <ac:chgData name="Lorena Hrman" userId="S::lh55662@fer.hr::2d97084f-cf30-4ba0-96af-7cefc6a60fee" providerId="AD" clId="Web-{468A470C-FF62-A657-092B-2A2D3CA5F18D}" dt="2026-01-20T09:49:53.198" v="329" actId="20577"/>
          <ac:spMkLst>
            <pc:docMk/>
            <pc:sldMk cId="0" sldId="258"/>
            <ac:spMk id="35" creationId="{90A0C010-56CB-EEE3-25BF-3A979300C5E9}"/>
          </ac:spMkLst>
        </pc:spChg>
        <pc:spChg chg="add mod">
          <ac:chgData name="Lorena Hrman" userId="S::lh55662@fer.hr::2d97084f-cf30-4ba0-96af-7cefc6a60fee" providerId="AD" clId="Web-{468A470C-FF62-A657-092B-2A2D3CA5F18D}" dt="2026-01-20T09:49:38.556" v="325" actId="20577"/>
          <ac:spMkLst>
            <pc:docMk/>
            <pc:sldMk cId="0" sldId="258"/>
            <ac:spMk id="37" creationId="{6B10D09F-3802-FE80-0504-E2842588CEB4}"/>
          </ac:spMkLst>
        </pc:spChg>
        <pc:spChg chg="add mod">
          <ac:chgData name="Lorena Hrman" userId="S::lh55662@fer.hr::2d97084f-cf30-4ba0-96af-7cefc6a60fee" providerId="AD" clId="Web-{468A470C-FF62-A657-092B-2A2D3CA5F18D}" dt="2026-01-20T09:49:40.681" v="326" actId="20577"/>
          <ac:spMkLst>
            <pc:docMk/>
            <pc:sldMk cId="0" sldId="258"/>
            <ac:spMk id="39" creationId="{7373668B-FBC2-BA5E-6F98-19F2D22AD7D1}"/>
          </ac:spMkLst>
        </pc:spChg>
        <pc:spChg chg="add mod">
          <ac:chgData name="Lorena Hrman" userId="S::lh55662@fer.hr::2d97084f-cf30-4ba0-96af-7cefc6a60fee" providerId="AD" clId="Web-{468A470C-FF62-A657-092B-2A2D3CA5F18D}" dt="2026-01-20T09:50:06.511" v="339" actId="20577"/>
          <ac:spMkLst>
            <pc:docMk/>
            <pc:sldMk cId="0" sldId="258"/>
            <ac:spMk id="41" creationId="{181DF153-840F-035E-7FE0-3CBCF1870798}"/>
          </ac:spMkLst>
        </pc:spChg>
        <pc:spChg chg="add mod">
          <ac:chgData name="Lorena Hrman" userId="S::lh55662@fer.hr::2d97084f-cf30-4ba0-96af-7cefc6a60fee" providerId="AD" clId="Web-{468A470C-FF62-A657-092B-2A2D3CA5F18D}" dt="2026-01-20T09:50:15.808" v="347" actId="20577"/>
          <ac:spMkLst>
            <pc:docMk/>
            <pc:sldMk cId="0" sldId="258"/>
            <ac:spMk id="43" creationId="{A0BF334B-862B-E056-B84F-4C77C13F9899}"/>
          </ac:spMkLst>
        </pc:spChg>
        <pc:spChg chg="add mod">
          <ac:chgData name="Lorena Hrman" userId="S::lh55662@fer.hr::2d97084f-cf30-4ba0-96af-7cefc6a60fee" providerId="AD" clId="Web-{468A470C-FF62-A657-092B-2A2D3CA5F18D}" dt="2026-01-20T09:50:26.918" v="367" actId="20577"/>
          <ac:spMkLst>
            <pc:docMk/>
            <pc:sldMk cId="0" sldId="258"/>
            <ac:spMk id="45" creationId="{F9F2A650-C1C5-CD11-008C-81041245DD39}"/>
          </ac:spMkLst>
        </pc:spChg>
        <pc:spChg chg="add mod">
          <ac:chgData name="Lorena Hrman" userId="S::lh55662@fer.hr::2d97084f-cf30-4ba0-96af-7cefc6a60fee" providerId="AD" clId="Web-{468A470C-FF62-A657-092B-2A2D3CA5F18D}" dt="2026-01-20T09:50:29.965" v="371" actId="20577"/>
          <ac:spMkLst>
            <pc:docMk/>
            <pc:sldMk cId="0" sldId="258"/>
            <ac:spMk id="47" creationId="{FE9A0D2F-F5C5-FF77-E211-1685E3CE7065}"/>
          </ac:spMkLst>
        </pc:spChg>
        <pc:spChg chg="mod">
          <ac:chgData name="Lorena Hrman" userId="S::lh55662@fer.hr::2d97084f-cf30-4ba0-96af-7cefc6a60fee" providerId="AD" clId="Web-{468A470C-FF62-A657-092B-2A2D3CA5F18D}" dt="2026-01-20T09:47:46.922" v="228" actId="1076"/>
          <ac:spMkLst>
            <pc:docMk/>
            <pc:sldMk cId="0" sldId="258"/>
            <ac:spMk id="427" creationId="{00000000-0000-0000-0000-000000000000}"/>
          </ac:spMkLst>
        </pc:spChg>
        <pc:spChg chg="mod">
          <ac:chgData name="Lorena Hrman" userId="S::lh55662@fer.hr::2d97084f-cf30-4ba0-96af-7cefc6a60fee" providerId="AD" clId="Web-{468A470C-FF62-A657-092B-2A2D3CA5F18D}" dt="2026-01-20T09:47:23.984" v="223" actId="14100"/>
          <ac:spMkLst>
            <pc:docMk/>
            <pc:sldMk cId="0" sldId="258"/>
            <ac:spMk id="428" creationId="{00000000-0000-0000-0000-000000000000}"/>
          </ac:spMkLst>
        </pc:spChg>
        <pc:spChg chg="mod">
          <ac:chgData name="Lorena Hrman" userId="S::lh55662@fer.hr::2d97084f-cf30-4ba0-96af-7cefc6a60fee" providerId="AD" clId="Web-{468A470C-FF62-A657-092B-2A2D3CA5F18D}" dt="2026-01-20T09:47:40.125" v="224" actId="1076"/>
          <ac:spMkLst>
            <pc:docMk/>
            <pc:sldMk cId="0" sldId="258"/>
            <ac:spMk id="429" creationId="{00000000-0000-0000-0000-000000000000}"/>
          </ac:spMkLst>
        </pc:spChg>
        <pc:spChg chg="mod">
          <ac:chgData name="Lorena Hrman" userId="S::lh55662@fer.hr::2d97084f-cf30-4ba0-96af-7cefc6a60fee" providerId="AD" clId="Web-{468A470C-FF62-A657-092B-2A2D3CA5F18D}" dt="2026-01-20T09:48:23.738" v="241" actId="1076"/>
          <ac:spMkLst>
            <pc:docMk/>
            <pc:sldMk cId="0" sldId="258"/>
            <ac:spMk id="430" creationId="{00000000-0000-0000-0000-000000000000}"/>
          </ac:spMkLst>
        </pc:spChg>
        <pc:spChg chg="mod">
          <ac:chgData name="Lorena Hrman" userId="S::lh55662@fer.hr::2d97084f-cf30-4ba0-96af-7cefc6a60fee" providerId="AD" clId="Web-{468A470C-FF62-A657-092B-2A2D3CA5F18D}" dt="2026-01-20T09:48:19.675" v="238" actId="1076"/>
          <ac:spMkLst>
            <pc:docMk/>
            <pc:sldMk cId="0" sldId="258"/>
            <ac:spMk id="432" creationId="{00000000-0000-0000-0000-000000000000}"/>
          </ac:spMkLst>
        </pc:spChg>
        <pc:spChg chg="mod">
          <ac:chgData name="Lorena Hrman" userId="S::lh55662@fer.hr::2d97084f-cf30-4ba0-96af-7cefc6a60fee" providerId="AD" clId="Web-{468A470C-FF62-A657-092B-2A2D3CA5F18D}" dt="2026-01-20T09:47:23.984" v="220" actId="14100"/>
          <ac:spMkLst>
            <pc:docMk/>
            <pc:sldMk cId="0" sldId="258"/>
            <ac:spMk id="434" creationId="{00000000-0000-0000-0000-000000000000}"/>
          </ac:spMkLst>
        </pc:spChg>
        <pc:spChg chg="mod">
          <ac:chgData name="Lorena Hrman" userId="S::lh55662@fer.hr::2d97084f-cf30-4ba0-96af-7cefc6a60fee" providerId="AD" clId="Web-{468A470C-FF62-A657-092B-2A2D3CA5F18D}" dt="2026-01-20T09:48:23.753" v="242" actId="1076"/>
          <ac:spMkLst>
            <pc:docMk/>
            <pc:sldMk cId="0" sldId="258"/>
            <ac:spMk id="435" creationId="{00000000-0000-0000-0000-000000000000}"/>
          </ac:spMkLst>
        </pc:spChg>
        <pc:spChg chg="add del mod">
          <ac:chgData name="Lorena Hrman" userId="S::lh55662@fer.hr::2d97084f-cf30-4ba0-96af-7cefc6a60fee" providerId="AD" clId="Web-{468A470C-FF62-A657-092B-2A2D3CA5F18D}" dt="2026-01-20T09:48:19.690" v="239" actId="1076"/>
          <ac:spMkLst>
            <pc:docMk/>
            <pc:sldMk cId="0" sldId="258"/>
            <ac:spMk id="436" creationId="{00000000-0000-0000-0000-000000000000}"/>
          </ac:spMkLst>
        </pc:spChg>
        <pc:spChg chg="mod">
          <ac:chgData name="Lorena Hrman" userId="S::lh55662@fer.hr::2d97084f-cf30-4ba0-96af-7cefc6a60fee" providerId="AD" clId="Web-{468A470C-FF62-A657-092B-2A2D3CA5F18D}" dt="2026-01-20T09:47:40.156" v="225" actId="1076"/>
          <ac:spMkLst>
            <pc:docMk/>
            <pc:sldMk cId="0" sldId="258"/>
            <ac:spMk id="437" creationId="{00000000-0000-0000-0000-000000000000}"/>
          </ac:spMkLst>
        </pc:spChg>
        <pc:cxnChg chg="add mod">
          <ac:chgData name="Lorena Hrman" userId="S::lh55662@fer.hr::2d97084f-cf30-4ba0-96af-7cefc6a60fee" providerId="AD" clId="Web-{468A470C-FF62-A657-092B-2A2D3CA5F18D}" dt="2026-01-20T09:49:31.462" v="316" actId="1076"/>
          <ac:cxnSpMkLst>
            <pc:docMk/>
            <pc:sldMk cId="0" sldId="258"/>
            <ac:cxnSpMk id="48" creationId="{A7B45C16-B3BB-1850-7067-B5C3303837BB}"/>
          </ac:cxnSpMkLst>
        </pc:cxnChg>
        <pc:cxnChg chg="add mod">
          <ac:chgData name="Lorena Hrman" userId="S::lh55662@fer.hr::2d97084f-cf30-4ba0-96af-7cefc6a60fee" providerId="AD" clId="Web-{468A470C-FF62-A657-092B-2A2D3CA5F18D}" dt="2026-01-20T09:49:31.477" v="317" actId="1076"/>
          <ac:cxnSpMkLst>
            <pc:docMk/>
            <pc:sldMk cId="0" sldId="258"/>
            <ac:cxnSpMk id="49" creationId="{ABF1CFAD-9DF0-C7B4-7C4A-FE2EF343EE5D}"/>
          </ac:cxnSpMkLst>
        </pc:cxnChg>
        <pc:cxnChg chg="add mod">
          <ac:chgData name="Lorena Hrman" userId="S::lh55662@fer.hr::2d97084f-cf30-4ba0-96af-7cefc6a60fee" providerId="AD" clId="Web-{468A470C-FF62-A657-092B-2A2D3CA5F18D}" dt="2026-01-20T09:49:31.508" v="318" actId="1076"/>
          <ac:cxnSpMkLst>
            <pc:docMk/>
            <pc:sldMk cId="0" sldId="258"/>
            <ac:cxnSpMk id="50" creationId="{72C42440-B205-23B5-BCBE-4C7C9C00E978}"/>
          </ac:cxnSpMkLst>
        </pc:cxnChg>
        <pc:cxnChg chg="add mod">
          <ac:chgData name="Lorena Hrman" userId="S::lh55662@fer.hr::2d97084f-cf30-4ba0-96af-7cefc6a60fee" providerId="AD" clId="Web-{468A470C-FF62-A657-092B-2A2D3CA5F18D}" dt="2026-01-20T09:49:31.524" v="319" actId="1076"/>
          <ac:cxnSpMkLst>
            <pc:docMk/>
            <pc:sldMk cId="0" sldId="258"/>
            <ac:cxnSpMk id="51" creationId="{98C9B21D-14B6-50A6-C614-E607ECBB6CCD}"/>
          </ac:cxnSpMkLst>
        </pc:cxnChg>
        <pc:cxnChg chg="mod">
          <ac:chgData name="Lorena Hrman" userId="S::lh55662@fer.hr::2d97084f-cf30-4ba0-96af-7cefc6a60fee" providerId="AD" clId="Web-{468A470C-FF62-A657-092B-2A2D3CA5F18D}" dt="2026-01-20T09:47:23.984" v="217" actId="14100"/>
          <ac:cxnSpMkLst>
            <pc:docMk/>
            <pc:sldMk cId="0" sldId="258"/>
            <ac:cxnSpMk id="440" creationId="{00000000-0000-0000-0000-000000000000}"/>
          </ac:cxnSpMkLst>
        </pc:cxnChg>
        <pc:cxnChg chg="mod">
          <ac:chgData name="Lorena Hrman" userId="S::lh55662@fer.hr::2d97084f-cf30-4ba0-96af-7cefc6a60fee" providerId="AD" clId="Web-{468A470C-FF62-A657-092B-2A2D3CA5F18D}" dt="2026-01-20T09:48:23.785" v="243" actId="1076"/>
          <ac:cxnSpMkLst>
            <pc:docMk/>
            <pc:sldMk cId="0" sldId="258"/>
            <ac:cxnSpMk id="441" creationId="{00000000-0000-0000-0000-000000000000}"/>
          </ac:cxnSpMkLst>
        </pc:cxnChg>
        <pc:cxnChg chg="mod">
          <ac:chgData name="Lorena Hrman" userId="S::lh55662@fer.hr::2d97084f-cf30-4ba0-96af-7cefc6a60fee" providerId="AD" clId="Web-{468A470C-FF62-A657-092B-2A2D3CA5F18D}" dt="2026-01-20T09:48:19.722" v="240" actId="1076"/>
          <ac:cxnSpMkLst>
            <pc:docMk/>
            <pc:sldMk cId="0" sldId="258"/>
            <ac:cxnSpMk id="442" creationId="{00000000-0000-0000-0000-000000000000}"/>
          </ac:cxnSpMkLst>
        </pc:cxnChg>
        <pc:cxnChg chg="mod">
          <ac:chgData name="Lorena Hrman" userId="S::lh55662@fer.hr::2d97084f-cf30-4ba0-96af-7cefc6a60fee" providerId="AD" clId="Web-{468A470C-FF62-A657-092B-2A2D3CA5F18D}" dt="2026-01-20T09:47:40.172" v="226" actId="1076"/>
          <ac:cxnSpMkLst>
            <pc:docMk/>
            <pc:sldMk cId="0" sldId="258"/>
            <ac:cxnSpMk id="443" creationId="{00000000-0000-0000-0000-000000000000}"/>
          </ac:cxnSpMkLst>
        </pc:cxnChg>
      </pc:sldChg>
      <pc:sldChg chg="addSp delSp modSp">
        <pc:chgData name="Lorena Hrman" userId="S::lh55662@fer.hr::2d97084f-cf30-4ba0-96af-7cefc6a60fee" providerId="AD" clId="Web-{468A470C-FF62-A657-092B-2A2D3CA5F18D}" dt="2026-01-20T10:06:50.049" v="1153" actId="20577"/>
        <pc:sldMkLst>
          <pc:docMk/>
          <pc:sldMk cId="0" sldId="259"/>
        </pc:sldMkLst>
        <pc:spChg chg="mod">
          <ac:chgData name="Lorena Hrman" userId="S::lh55662@fer.hr::2d97084f-cf30-4ba0-96af-7cefc6a60fee" providerId="AD" clId="Web-{468A470C-FF62-A657-092B-2A2D3CA5F18D}" dt="2026-01-20T10:01:57.567" v="1001" actId="1076"/>
          <ac:spMkLst>
            <pc:docMk/>
            <pc:sldMk cId="0" sldId="259"/>
            <ac:spMk id="471" creationId="{00000000-0000-0000-0000-000000000000}"/>
          </ac:spMkLst>
        </pc:spChg>
        <pc:spChg chg="mod">
          <ac:chgData name="Lorena Hrman" userId="S::lh55662@fer.hr::2d97084f-cf30-4ba0-96af-7cefc6a60fee" providerId="AD" clId="Web-{468A470C-FF62-A657-092B-2A2D3CA5F18D}" dt="2026-01-20T10:06:50.049" v="1153" actId="20577"/>
          <ac:spMkLst>
            <pc:docMk/>
            <pc:sldMk cId="0" sldId="259"/>
            <ac:spMk id="472" creationId="{00000000-0000-0000-0000-000000000000}"/>
          </ac:spMkLst>
        </pc:spChg>
      </pc:sldChg>
      <pc:sldChg chg="addSp delSp modSp">
        <pc:chgData name="Lorena Hrman" userId="S::lh55662@fer.hr::2d97084f-cf30-4ba0-96af-7cefc6a60fee" providerId="AD" clId="Web-{468A470C-FF62-A657-092B-2A2D3CA5F18D}" dt="2026-01-20T10:29:30.384" v="1557" actId="20577"/>
        <pc:sldMkLst>
          <pc:docMk/>
          <pc:sldMk cId="0" sldId="261"/>
        </pc:sldMkLst>
        <pc:spChg chg="mod">
          <ac:chgData name="Lorena Hrman" userId="S::lh55662@fer.hr::2d97084f-cf30-4ba0-96af-7cefc6a60fee" providerId="AD" clId="Web-{468A470C-FF62-A657-092B-2A2D3CA5F18D}" dt="2026-01-20T10:29:30.384" v="1557" actId="20577"/>
          <ac:spMkLst>
            <pc:docMk/>
            <pc:sldMk cId="0" sldId="261"/>
            <ac:spMk id="508" creationId="{00000000-0000-0000-0000-000000000000}"/>
          </ac:spMkLst>
        </pc:spChg>
      </pc:sldChg>
      <pc:sldChg chg="addSp delSp modSp add ord replId">
        <pc:chgData name="Lorena Hrman" userId="S::lh55662@fer.hr::2d97084f-cf30-4ba0-96af-7cefc6a60fee" providerId="AD" clId="Web-{468A470C-FF62-A657-092B-2A2D3CA5F18D}" dt="2026-01-20T10:21:26.438" v="1378" actId="1076"/>
        <pc:sldMkLst>
          <pc:docMk/>
          <pc:sldMk cId="1671002245" sldId="298"/>
        </pc:sldMkLst>
        <pc:spChg chg="add mod">
          <ac:chgData name="Lorena Hrman" userId="S::lh55662@fer.hr::2d97084f-cf30-4ba0-96af-7cefc6a60fee" providerId="AD" clId="Web-{468A470C-FF62-A657-092B-2A2D3CA5F18D}" dt="2026-01-20T10:21:26.438" v="1378" actId="1076"/>
          <ac:spMkLst>
            <pc:docMk/>
            <pc:sldMk cId="1671002245" sldId="298"/>
            <ac:spMk id="6" creationId="{1D7D5EA7-43AB-B1F0-4445-8B5E74E24674}"/>
          </ac:spMkLst>
        </pc:spChg>
        <pc:spChg chg="mod">
          <ac:chgData name="Lorena Hrman" userId="S::lh55662@fer.hr::2d97084f-cf30-4ba0-96af-7cefc6a60fee" providerId="AD" clId="Web-{468A470C-FF62-A657-092B-2A2D3CA5F18D}" dt="2026-01-20T10:09:24.791" v="1199" actId="20577"/>
          <ac:spMkLst>
            <pc:docMk/>
            <pc:sldMk cId="1671002245" sldId="298"/>
            <ac:spMk id="427" creationId="{4B7C17EB-D99F-CE37-8F09-CD6929514C2A}"/>
          </ac:spMkLst>
        </pc:spChg>
      </pc:sldChg>
      <pc:sldChg chg="addSp delSp modSp add replId">
        <pc:chgData name="Lorena Hrman" userId="S::lh55662@fer.hr::2d97084f-cf30-4ba0-96af-7cefc6a60fee" providerId="AD" clId="Web-{468A470C-FF62-A657-092B-2A2D3CA5F18D}" dt="2026-01-20T10:28:27.647" v="1545" actId="20577"/>
        <pc:sldMkLst>
          <pc:docMk/>
          <pc:sldMk cId="1649911209" sldId="299"/>
        </pc:sldMkLst>
        <pc:spChg chg="add mod">
          <ac:chgData name="Lorena Hrman" userId="S::lh55662@fer.hr::2d97084f-cf30-4ba0-96af-7cefc6a60fee" providerId="AD" clId="Web-{468A470C-FF62-A657-092B-2A2D3CA5F18D}" dt="2026-01-20T10:28:27.647" v="1545" actId="20577"/>
          <ac:spMkLst>
            <pc:docMk/>
            <pc:sldMk cId="1649911209" sldId="299"/>
            <ac:spMk id="7" creationId="{46965784-A166-17EA-C866-7CE48BA0D718}"/>
          </ac:spMkLst>
        </pc:spChg>
      </pc:sldChg>
    </pc:docChg>
  </pc:docChgLst>
  <pc:docChgLst>
    <pc:chgData name="Lorena Hrman" userId="S::lh55662@fer.hr::2d97084f-cf30-4ba0-96af-7cefc6a60fee" providerId="AD" clId="Web-{8D68FE47-2FBB-0FD5-7F66-DD73A44C737E}"/>
    <pc:docChg chg="addSld delSld modSld">
      <pc:chgData name="Lorena Hrman" userId="S::lh55662@fer.hr::2d97084f-cf30-4ba0-96af-7cefc6a60fee" providerId="AD" clId="Web-{8D68FE47-2FBB-0FD5-7F66-DD73A44C737E}" dt="2026-01-20T14:11:12.888" v="822" actId="14100"/>
      <pc:docMkLst>
        <pc:docMk/>
      </pc:docMkLst>
      <pc:sldChg chg="modSp mod setBg">
        <pc:chgData name="Lorena Hrman" userId="S::lh55662@fer.hr::2d97084f-cf30-4ba0-96af-7cefc6a60fee" providerId="AD" clId="Web-{8D68FE47-2FBB-0FD5-7F66-DD73A44C737E}" dt="2026-01-20T14:07:45.712" v="766" actId="20577"/>
        <pc:sldMkLst>
          <pc:docMk/>
          <pc:sldMk cId="0" sldId="259"/>
        </pc:sldMkLst>
        <pc:spChg chg="mod">
          <ac:chgData name="Lorena Hrman" userId="S::lh55662@fer.hr::2d97084f-cf30-4ba0-96af-7cefc6a60fee" providerId="AD" clId="Web-{8D68FE47-2FBB-0FD5-7F66-DD73A44C737E}" dt="2026-01-20T14:07:45.712" v="766" actId="20577"/>
          <ac:spMkLst>
            <pc:docMk/>
            <pc:sldMk cId="0" sldId="259"/>
            <ac:spMk id="472" creationId="{00000000-0000-0000-0000-000000000000}"/>
          </ac:spMkLst>
        </pc:spChg>
      </pc:sldChg>
      <pc:sldChg chg="modSp">
        <pc:chgData name="Lorena Hrman" userId="S::lh55662@fer.hr::2d97084f-cf30-4ba0-96af-7cefc6a60fee" providerId="AD" clId="Web-{8D68FE47-2FBB-0FD5-7F66-DD73A44C737E}" dt="2026-01-20T14:04:25.940" v="696"/>
        <pc:sldMkLst>
          <pc:docMk/>
          <pc:sldMk cId="0" sldId="261"/>
        </pc:sldMkLst>
        <pc:spChg chg="mod">
          <ac:chgData name="Lorena Hrman" userId="S::lh55662@fer.hr::2d97084f-cf30-4ba0-96af-7cefc6a60fee" providerId="AD" clId="Web-{8D68FE47-2FBB-0FD5-7F66-DD73A44C737E}" dt="2026-01-20T14:04:25.940" v="696"/>
          <ac:spMkLst>
            <pc:docMk/>
            <pc:sldMk cId="0" sldId="261"/>
            <ac:spMk id="2" creationId="{7D4333E7-6947-2462-AF00-87A5FFB17B1A}"/>
          </ac:spMkLst>
        </pc:spChg>
      </pc:sldChg>
      <pc:sldChg chg="addSp delSp">
        <pc:chgData name="Lorena Hrman" userId="S::lh55662@fer.hr::2d97084f-cf30-4ba0-96af-7cefc6a60fee" providerId="AD" clId="Web-{8D68FE47-2FBB-0FD5-7F66-DD73A44C737E}" dt="2026-01-20T13:47:19.303" v="539"/>
        <pc:sldMkLst>
          <pc:docMk/>
          <pc:sldMk cId="0" sldId="262"/>
        </pc:sldMkLst>
      </pc:sldChg>
      <pc:sldChg chg="addSp delSp modSp mod modClrScheme chgLayout">
        <pc:chgData name="Lorena Hrman" userId="S::lh55662@fer.hr::2d97084f-cf30-4ba0-96af-7cefc6a60fee" providerId="AD" clId="Web-{8D68FE47-2FBB-0FD5-7F66-DD73A44C737E}" dt="2026-01-20T14:11:12.888" v="822" actId="14100"/>
        <pc:sldMkLst>
          <pc:docMk/>
          <pc:sldMk cId="0" sldId="267"/>
        </pc:sldMkLst>
        <pc:spChg chg="add mod">
          <ac:chgData name="Lorena Hrman" userId="S::lh55662@fer.hr::2d97084f-cf30-4ba0-96af-7cefc6a60fee" providerId="AD" clId="Web-{8D68FE47-2FBB-0FD5-7F66-DD73A44C737E}" dt="2026-01-20T13:56:40.275" v="598" actId="20577"/>
          <ac:spMkLst>
            <pc:docMk/>
            <pc:sldMk cId="0" sldId="267"/>
            <ac:spMk id="5" creationId="{7A72761B-2CB0-CF21-4A1A-C27851896E28}"/>
          </ac:spMkLst>
        </pc:spChg>
        <pc:spChg chg="mod">
          <ac:chgData name="Lorena Hrman" userId="S::lh55662@fer.hr::2d97084f-cf30-4ba0-96af-7cefc6a60fee" providerId="AD" clId="Web-{8D68FE47-2FBB-0FD5-7F66-DD73A44C737E}" dt="2026-01-20T14:11:12.888" v="822" actId="14100"/>
          <ac:spMkLst>
            <pc:docMk/>
            <pc:sldMk cId="0" sldId="267"/>
            <ac:spMk id="778" creationId="{00000000-0000-0000-0000-000000000000}"/>
          </ac:spMkLst>
        </pc:spChg>
        <pc:picChg chg="add mod modCrop">
          <ac:chgData name="Lorena Hrman" userId="S::lh55662@fer.hr::2d97084f-cf30-4ba0-96af-7cefc6a60fee" providerId="AD" clId="Web-{8D68FE47-2FBB-0FD5-7F66-DD73A44C737E}" dt="2026-01-20T14:11:03.388" v="821" actId="1076"/>
          <ac:picMkLst>
            <pc:docMk/>
            <pc:sldMk cId="0" sldId="267"/>
            <ac:picMk id="2" creationId="{003227AB-6153-3118-C2FC-0FF2FA8069CE}"/>
          </ac:picMkLst>
        </pc:picChg>
      </pc:sldChg>
      <pc:sldChg chg="addSp delSp modSp mod modClrScheme chgLayout">
        <pc:chgData name="Lorena Hrman" userId="S::lh55662@fer.hr::2d97084f-cf30-4ba0-96af-7cefc6a60fee" providerId="AD" clId="Web-{8D68FE47-2FBB-0FD5-7F66-DD73A44C737E}" dt="2026-01-20T13:56:00.338" v="596" actId="1076"/>
        <pc:sldMkLst>
          <pc:docMk/>
          <pc:sldMk cId="0" sldId="268"/>
        </pc:sldMkLst>
        <pc:spChg chg="mod">
          <ac:chgData name="Lorena Hrman" userId="S::lh55662@fer.hr::2d97084f-cf30-4ba0-96af-7cefc6a60fee" providerId="AD" clId="Web-{8D68FE47-2FBB-0FD5-7F66-DD73A44C737E}" dt="2026-01-20T13:53:24.540" v="578"/>
          <ac:spMkLst>
            <pc:docMk/>
            <pc:sldMk cId="0" sldId="268"/>
            <ac:spMk id="797" creationId="{00000000-0000-0000-0000-000000000000}"/>
          </ac:spMkLst>
        </pc:spChg>
        <pc:picChg chg="add mod modCrop">
          <ac:chgData name="Lorena Hrman" userId="S::lh55662@fer.hr::2d97084f-cf30-4ba0-96af-7cefc6a60fee" providerId="AD" clId="Web-{8D68FE47-2FBB-0FD5-7F66-DD73A44C737E}" dt="2026-01-20T13:56:00.338" v="596" actId="1076"/>
          <ac:picMkLst>
            <pc:docMk/>
            <pc:sldMk cId="0" sldId="268"/>
            <ac:picMk id="3" creationId="{52B7C2AB-F6D5-A072-ED35-A80205E15A50}"/>
          </ac:picMkLst>
        </pc:picChg>
      </pc:sldChg>
      <pc:sldChg chg="addSp delSp modSp">
        <pc:chgData name="Lorena Hrman" userId="S::lh55662@fer.hr::2d97084f-cf30-4ba0-96af-7cefc6a60fee" providerId="AD" clId="Web-{8D68FE47-2FBB-0FD5-7F66-DD73A44C737E}" dt="2026-01-20T14:02:58.563" v="658" actId="20577"/>
        <pc:sldMkLst>
          <pc:docMk/>
          <pc:sldMk cId="0" sldId="271"/>
        </pc:sldMkLst>
        <pc:spChg chg="add mod">
          <ac:chgData name="Lorena Hrman" userId="S::lh55662@fer.hr::2d97084f-cf30-4ba0-96af-7cefc6a60fee" providerId="AD" clId="Web-{8D68FE47-2FBB-0FD5-7F66-DD73A44C737E}" dt="2026-01-20T13:57:19.838" v="610" actId="20577"/>
          <ac:spMkLst>
            <pc:docMk/>
            <pc:sldMk cId="0" sldId="271"/>
            <ac:spMk id="3" creationId="{1BB1F055-2BCF-155A-F50B-DD60BAF6B805}"/>
          </ac:spMkLst>
        </pc:spChg>
        <pc:spChg chg="add mod">
          <ac:chgData name="Lorena Hrman" userId="S::lh55662@fer.hr::2d97084f-cf30-4ba0-96af-7cefc6a60fee" providerId="AD" clId="Web-{8D68FE47-2FBB-0FD5-7F66-DD73A44C737E}" dt="2026-01-20T14:02:58.563" v="658" actId="20577"/>
          <ac:spMkLst>
            <pc:docMk/>
            <pc:sldMk cId="0" sldId="271"/>
            <ac:spMk id="5" creationId="{6AED8B60-0156-1138-F425-6144A1899F9F}"/>
          </ac:spMkLst>
        </pc:spChg>
      </pc:sldChg>
      <pc:sldChg chg="modSp mod setBg">
        <pc:chgData name="Lorena Hrman" userId="S::lh55662@fer.hr::2d97084f-cf30-4ba0-96af-7cefc6a60fee" providerId="AD" clId="Web-{8D68FE47-2FBB-0FD5-7F66-DD73A44C737E}" dt="2026-01-20T14:08:25.260" v="783" actId="20577"/>
        <pc:sldMkLst>
          <pc:docMk/>
          <pc:sldMk cId="1671002245" sldId="298"/>
        </pc:sldMkLst>
        <pc:spChg chg="mod">
          <ac:chgData name="Lorena Hrman" userId="S::lh55662@fer.hr::2d97084f-cf30-4ba0-96af-7cefc6a60fee" providerId="AD" clId="Web-{8D68FE47-2FBB-0FD5-7F66-DD73A44C737E}" dt="2026-01-20T14:08:25.260" v="783" actId="20577"/>
          <ac:spMkLst>
            <pc:docMk/>
            <pc:sldMk cId="1671002245" sldId="298"/>
            <ac:spMk id="6" creationId="{1D7D5EA7-43AB-B1F0-4445-8B5E74E24674}"/>
          </ac:spMkLst>
        </pc:spChg>
      </pc:sldChg>
      <pc:sldChg chg="addSp delSp modSp add del">
        <pc:chgData name="Lorena Hrman" userId="S::lh55662@fer.hr::2d97084f-cf30-4ba0-96af-7cefc6a60fee" providerId="AD" clId="Web-{8D68FE47-2FBB-0FD5-7F66-DD73A44C737E}" dt="2026-01-20T14:09:42.606" v="817" actId="20577"/>
        <pc:sldMkLst>
          <pc:docMk/>
          <pc:sldMk cId="1649911209" sldId="299"/>
        </pc:sldMkLst>
        <pc:spChg chg="add mod">
          <ac:chgData name="Lorena Hrman" userId="S::lh55662@fer.hr::2d97084f-cf30-4ba0-96af-7cefc6a60fee" providerId="AD" clId="Web-{8D68FE47-2FBB-0FD5-7F66-DD73A44C737E}" dt="2026-01-20T13:46:13.005" v="537" actId="20577"/>
          <ac:spMkLst>
            <pc:docMk/>
            <pc:sldMk cId="1649911209" sldId="299"/>
            <ac:spMk id="3" creationId="{0364BBB9-7A9D-F116-81A6-CD64162A2CAD}"/>
          </ac:spMkLst>
        </pc:spChg>
        <pc:spChg chg="mod">
          <ac:chgData name="Lorena Hrman" userId="S::lh55662@fer.hr::2d97084f-cf30-4ba0-96af-7cefc6a60fee" providerId="AD" clId="Web-{8D68FE47-2FBB-0FD5-7F66-DD73A44C737E}" dt="2026-01-20T14:09:42.606" v="817" actId="20577"/>
          <ac:spMkLst>
            <pc:docMk/>
            <pc:sldMk cId="1649911209" sldId="299"/>
            <ac:spMk id="7" creationId="{46965784-A166-17EA-C866-7CE48BA0D718}"/>
          </ac:spMkLst>
        </pc:spChg>
      </pc:sldChg>
      <pc:sldChg chg="modSp mod modClrScheme chgLayout">
        <pc:chgData name="Lorena Hrman" userId="S::lh55662@fer.hr::2d97084f-cf30-4ba0-96af-7cefc6a60fee" providerId="AD" clId="Web-{8D68FE47-2FBB-0FD5-7F66-DD73A44C737E}" dt="2026-01-20T13:41:39.490" v="347"/>
        <pc:sldMkLst>
          <pc:docMk/>
          <pc:sldMk cId="2600136376" sldId="301"/>
        </pc:sldMkLst>
        <pc:spChg chg="mod">
          <ac:chgData name="Lorena Hrman" userId="S::lh55662@fer.hr::2d97084f-cf30-4ba0-96af-7cefc6a60fee" providerId="AD" clId="Web-{8D68FE47-2FBB-0FD5-7F66-DD73A44C737E}" dt="2026-01-20T13:39:39.744" v="321"/>
          <ac:spMkLst>
            <pc:docMk/>
            <pc:sldMk cId="2600136376" sldId="301"/>
            <ac:spMk id="471" creationId="{5C62AD16-D89F-0AA4-12D3-21E7362AEEDE}"/>
          </ac:spMkLst>
        </pc:spChg>
        <pc:graphicFrameChg chg="mod modGraphic">
          <ac:chgData name="Lorena Hrman" userId="S::lh55662@fer.hr::2d97084f-cf30-4ba0-96af-7cefc6a60fee" providerId="AD" clId="Web-{8D68FE47-2FBB-0FD5-7F66-DD73A44C737E}" dt="2026-01-20T13:41:39.490" v="347"/>
          <ac:graphicFrameMkLst>
            <pc:docMk/>
            <pc:sldMk cId="2600136376" sldId="301"/>
            <ac:graphicFrameMk id="5" creationId="{A26A1306-ABDD-12B6-5ECD-0B524100887D}"/>
          </ac:graphicFrameMkLst>
        </pc:graphicFrameChg>
      </pc:sldChg>
      <pc:sldChg chg="modSp">
        <pc:chgData name="Lorena Hrman" userId="S::lh55662@fer.hr::2d97084f-cf30-4ba0-96af-7cefc6a60fee" providerId="AD" clId="Web-{8D68FE47-2FBB-0FD5-7F66-DD73A44C737E}" dt="2026-01-20T11:04:39.094" v="12" actId="20577"/>
        <pc:sldMkLst>
          <pc:docMk/>
          <pc:sldMk cId="1939702104" sldId="302"/>
        </pc:sldMkLst>
        <pc:spChg chg="mod">
          <ac:chgData name="Lorena Hrman" userId="S::lh55662@fer.hr::2d97084f-cf30-4ba0-96af-7cefc6a60fee" providerId="AD" clId="Web-{8D68FE47-2FBB-0FD5-7F66-DD73A44C737E}" dt="2026-01-20T11:04:39.094" v="12" actId="20577"/>
          <ac:spMkLst>
            <pc:docMk/>
            <pc:sldMk cId="1939702104" sldId="302"/>
            <ac:spMk id="472" creationId="{19804252-E97B-E14E-F6B7-1639FF67D1DB}"/>
          </ac:spMkLst>
        </pc:spChg>
      </pc:sldChg>
      <pc:sldChg chg="modSp add">
        <pc:chgData name="Lorena Hrman" userId="S::lh55662@fer.hr::2d97084f-cf30-4ba0-96af-7cefc6a60fee" providerId="AD" clId="Web-{8D68FE47-2FBB-0FD5-7F66-DD73A44C737E}" dt="2026-01-20T13:45:27.598" v="511"/>
        <pc:sldMkLst>
          <pc:docMk/>
          <pc:sldMk cId="4017005189" sldId="303"/>
        </pc:sldMkLst>
        <pc:spChg chg="mod">
          <ac:chgData name="Lorena Hrman" userId="S::lh55662@fer.hr::2d97084f-cf30-4ba0-96af-7cefc6a60fee" providerId="AD" clId="Web-{8D68FE47-2FBB-0FD5-7F66-DD73A44C737E}" dt="2026-01-20T13:42:43.981" v="359" actId="20577"/>
          <ac:spMkLst>
            <pc:docMk/>
            <pc:sldMk cId="4017005189" sldId="303"/>
            <ac:spMk id="471" creationId="{5C62AD16-D89F-0AA4-12D3-21E7362AEEDE}"/>
          </ac:spMkLst>
        </pc:spChg>
        <pc:graphicFrameChg chg="mod modGraphic">
          <ac:chgData name="Lorena Hrman" userId="S::lh55662@fer.hr::2d97084f-cf30-4ba0-96af-7cefc6a60fee" providerId="AD" clId="Web-{8D68FE47-2FBB-0FD5-7F66-DD73A44C737E}" dt="2026-01-20T13:45:27.598" v="511"/>
          <ac:graphicFrameMkLst>
            <pc:docMk/>
            <pc:sldMk cId="4017005189" sldId="303"/>
            <ac:graphicFrameMk id="5" creationId="{A26A1306-ABDD-12B6-5ECD-0B524100887D}"/>
          </ac:graphicFrameMkLst>
        </pc:graphicFrameChg>
      </pc:sldChg>
    </pc:docChg>
  </pc:docChgLst>
  <pc:docChgLst>
    <pc:chgData name="Lorena Hrman" userId="S::lh55662@fer.hr::2d97084f-cf30-4ba0-96af-7cefc6a60fee" providerId="AD" clId="Web-{A9E01DD1-8B17-B6F3-B3AC-169BB8F043BB}"/>
    <pc:docChg chg="delSld modSld">
      <pc:chgData name="Lorena Hrman" userId="S::lh55662@fer.hr::2d97084f-cf30-4ba0-96af-7cefc6a60fee" providerId="AD" clId="Web-{A9E01DD1-8B17-B6F3-B3AC-169BB8F043BB}" dt="2026-01-23T14:31:05.059" v="124" actId="20577"/>
      <pc:docMkLst>
        <pc:docMk/>
      </pc:docMkLst>
      <pc:sldChg chg="modSp">
        <pc:chgData name="Lorena Hrman" userId="S::lh55662@fer.hr::2d97084f-cf30-4ba0-96af-7cefc6a60fee" providerId="AD" clId="Web-{A9E01DD1-8B17-B6F3-B3AC-169BB8F043BB}" dt="2026-01-23T14:27:57.774" v="98" actId="14100"/>
        <pc:sldMkLst>
          <pc:docMk/>
          <pc:sldMk cId="0" sldId="262"/>
        </pc:sldMkLst>
        <pc:spChg chg="mod">
          <ac:chgData name="Lorena Hrman" userId="S::lh55662@fer.hr::2d97084f-cf30-4ba0-96af-7cefc6a60fee" providerId="AD" clId="Web-{A9E01DD1-8B17-B6F3-B3AC-169BB8F043BB}" dt="2026-01-23T14:27:57.774" v="98" actId="14100"/>
          <ac:spMkLst>
            <pc:docMk/>
            <pc:sldMk cId="0" sldId="262"/>
            <ac:spMk id="588" creationId="{00000000-0000-0000-0000-000000000000}"/>
          </ac:spMkLst>
        </pc:spChg>
      </pc:sldChg>
      <pc:sldChg chg="addSp delSp modSp">
        <pc:chgData name="Lorena Hrman" userId="S::lh55662@fer.hr::2d97084f-cf30-4ba0-96af-7cefc6a60fee" providerId="AD" clId="Web-{A9E01DD1-8B17-B6F3-B3AC-169BB8F043BB}" dt="2026-01-23T14:30:27.230" v="121" actId="1076"/>
        <pc:sldMkLst>
          <pc:docMk/>
          <pc:sldMk cId="0" sldId="263"/>
        </pc:sldMkLst>
        <pc:spChg chg="add del mod">
          <ac:chgData name="Lorena Hrman" userId="S::lh55662@fer.hr::2d97084f-cf30-4ba0-96af-7cefc6a60fee" providerId="AD" clId="Web-{A9E01DD1-8B17-B6F3-B3AC-169BB8F043BB}" dt="2026-01-23T14:30:12.886" v="117"/>
          <ac:spMkLst>
            <pc:docMk/>
            <pc:sldMk cId="0" sldId="263"/>
            <ac:spMk id="4" creationId="{7C7E3042-8F33-F854-E440-E79714885D14}"/>
          </ac:spMkLst>
        </pc:spChg>
        <pc:spChg chg="add del mod">
          <ac:chgData name="Lorena Hrman" userId="S::lh55662@fer.hr::2d97084f-cf30-4ba0-96af-7cefc6a60fee" providerId="AD" clId="Web-{A9E01DD1-8B17-B6F3-B3AC-169BB8F043BB}" dt="2026-01-23T14:30:17.371" v="119"/>
          <ac:spMkLst>
            <pc:docMk/>
            <pc:sldMk cId="0" sldId="263"/>
            <ac:spMk id="6" creationId="{91E58645-DB01-549A-D8CC-C89D503276C4}"/>
          </ac:spMkLst>
        </pc:spChg>
        <pc:spChg chg="mod">
          <ac:chgData name="Lorena Hrman" userId="S::lh55662@fer.hr::2d97084f-cf30-4ba0-96af-7cefc6a60fee" providerId="AD" clId="Web-{A9E01DD1-8B17-B6F3-B3AC-169BB8F043BB}" dt="2026-01-23T14:30:27.230" v="121" actId="1076"/>
          <ac:spMkLst>
            <pc:docMk/>
            <pc:sldMk cId="0" sldId="263"/>
            <ac:spMk id="21" creationId="{096D6DCE-2ECF-FC57-86B3-A81961F4C6E9}"/>
          </ac:spMkLst>
        </pc:spChg>
        <pc:picChg chg="add mod modCrop">
          <ac:chgData name="Lorena Hrman" userId="S::lh55662@fer.hr::2d97084f-cf30-4ba0-96af-7cefc6a60fee" providerId="AD" clId="Web-{A9E01DD1-8B17-B6F3-B3AC-169BB8F043BB}" dt="2026-01-23T14:29:12.823" v="112" actId="1076"/>
          <ac:picMkLst>
            <pc:docMk/>
            <pc:sldMk cId="0" sldId="263"/>
            <ac:picMk id="2" creationId="{FE278087-6235-DC90-8C98-AC2AECADE0BD}"/>
          </ac:picMkLst>
        </pc:picChg>
      </pc:sldChg>
      <pc:sldChg chg="modSp">
        <pc:chgData name="Lorena Hrman" userId="S::lh55662@fer.hr::2d97084f-cf30-4ba0-96af-7cefc6a60fee" providerId="AD" clId="Web-{A9E01DD1-8B17-B6F3-B3AC-169BB8F043BB}" dt="2026-01-23T14:31:05.059" v="124" actId="20577"/>
        <pc:sldMkLst>
          <pc:docMk/>
          <pc:sldMk cId="0" sldId="271"/>
        </pc:sldMkLst>
        <pc:spChg chg="mod">
          <ac:chgData name="Lorena Hrman" userId="S::lh55662@fer.hr::2d97084f-cf30-4ba0-96af-7cefc6a60fee" providerId="AD" clId="Web-{A9E01DD1-8B17-B6F3-B3AC-169BB8F043BB}" dt="2026-01-23T14:31:05.059" v="124" actId="20577"/>
          <ac:spMkLst>
            <pc:docMk/>
            <pc:sldMk cId="0" sldId="271"/>
            <ac:spMk id="5" creationId="{6AED8B60-0156-1138-F425-6144A1899F9F}"/>
          </ac:spMkLst>
        </pc:spChg>
      </pc:sldChg>
      <pc:sldChg chg="addSp delSp modSp">
        <pc:chgData name="Lorena Hrman" userId="S::lh55662@fer.hr::2d97084f-cf30-4ba0-96af-7cefc6a60fee" providerId="AD" clId="Web-{A9E01DD1-8B17-B6F3-B3AC-169BB8F043BB}" dt="2026-01-23T14:27:42.227" v="95" actId="1076"/>
        <pc:sldMkLst>
          <pc:docMk/>
          <pc:sldMk cId="1671002245" sldId="298"/>
        </pc:sldMkLst>
        <pc:spChg chg="add del mod">
          <ac:chgData name="Lorena Hrman" userId="S::lh55662@fer.hr::2d97084f-cf30-4ba0-96af-7cefc6a60fee" providerId="AD" clId="Web-{A9E01DD1-8B17-B6F3-B3AC-169BB8F043BB}" dt="2026-01-23T14:26:46.304" v="53"/>
          <ac:spMkLst>
            <pc:docMk/>
            <pc:sldMk cId="1671002245" sldId="298"/>
            <ac:spMk id="2" creationId="{3FC4DDCF-F031-2306-DDA7-8F8CA59C9CE3}"/>
          </ac:spMkLst>
        </pc:spChg>
        <pc:spChg chg="mod">
          <ac:chgData name="Lorena Hrman" userId="S::lh55662@fer.hr::2d97084f-cf30-4ba0-96af-7cefc6a60fee" providerId="AD" clId="Web-{A9E01DD1-8B17-B6F3-B3AC-169BB8F043BB}" dt="2026-01-23T14:27:42.227" v="95" actId="1076"/>
          <ac:spMkLst>
            <pc:docMk/>
            <pc:sldMk cId="1671002245" sldId="298"/>
            <ac:spMk id="6" creationId="{1D7D5EA7-43AB-B1F0-4445-8B5E74E24674}"/>
          </ac:spMkLst>
        </pc:spChg>
      </pc:sldChg>
      <pc:sldChg chg="modSp">
        <pc:chgData name="Lorena Hrman" userId="S::lh55662@fer.hr::2d97084f-cf30-4ba0-96af-7cefc6a60fee" providerId="AD" clId="Web-{A9E01DD1-8B17-B6F3-B3AC-169BB8F043BB}" dt="2026-01-23T14:27:50.790" v="97" actId="1076"/>
        <pc:sldMkLst>
          <pc:docMk/>
          <pc:sldMk cId="1649911209" sldId="299"/>
        </pc:sldMkLst>
        <pc:spChg chg="mod">
          <ac:chgData name="Lorena Hrman" userId="S::lh55662@fer.hr::2d97084f-cf30-4ba0-96af-7cefc6a60fee" providerId="AD" clId="Web-{A9E01DD1-8B17-B6F3-B3AC-169BB8F043BB}" dt="2026-01-23T14:27:50.790" v="97" actId="1076"/>
          <ac:spMkLst>
            <pc:docMk/>
            <pc:sldMk cId="1649911209" sldId="299"/>
            <ac:spMk id="7" creationId="{46965784-A166-17EA-C866-7CE48BA0D718}"/>
          </ac:spMkLst>
        </pc:spChg>
      </pc:sldChg>
      <pc:sldChg chg="delSp del">
        <pc:chgData name="Lorena Hrman" userId="S::lh55662@fer.hr::2d97084f-cf30-4ba0-96af-7cefc6a60fee" providerId="AD" clId="Web-{A9E01DD1-8B17-B6F3-B3AC-169BB8F043BB}" dt="2026-01-23T14:27:45.508" v="96"/>
        <pc:sldMkLst>
          <pc:docMk/>
          <pc:sldMk cId="2092167654" sldId="300"/>
        </pc:sldMkLst>
        <pc:spChg chg="del">
          <ac:chgData name="Lorena Hrman" userId="S::lh55662@fer.hr::2d97084f-cf30-4ba0-96af-7cefc6a60fee" providerId="AD" clId="Web-{A9E01DD1-8B17-B6F3-B3AC-169BB8F043BB}" dt="2026-01-23T14:25:27.161" v="5"/>
          <ac:spMkLst>
            <pc:docMk/>
            <pc:sldMk cId="2092167654" sldId="300"/>
            <ac:spMk id="6" creationId="{3FC4DDCF-F031-2306-DDA7-8F8CA59C9CE3}"/>
          </ac:spMkLst>
        </pc:spChg>
      </pc:sldChg>
    </pc:docChg>
  </pc:docChgLst>
  <pc:docChgLst>
    <pc:chgData name="Lorena Hrman" userId="S::lh55662@fer.hr::2d97084f-cf30-4ba0-96af-7cefc6a60fee" providerId="AD" clId="Web-{E10C247E-2812-E3B3-6F30-58B53AE07728}"/>
    <pc:docChg chg="addSld delSld modSld sldOrd">
      <pc:chgData name="Lorena Hrman" userId="S::lh55662@fer.hr::2d97084f-cf30-4ba0-96af-7cefc6a60fee" providerId="AD" clId="Web-{E10C247E-2812-E3B3-6F30-58B53AE07728}" dt="2026-01-20T11:00:00.308" v="578" actId="20577"/>
      <pc:docMkLst>
        <pc:docMk/>
      </pc:docMkLst>
      <pc:sldChg chg="addSp delSp modSp">
        <pc:chgData name="Lorena Hrman" userId="S::lh55662@fer.hr::2d97084f-cf30-4ba0-96af-7cefc6a60fee" providerId="AD" clId="Web-{E10C247E-2812-E3B3-6F30-58B53AE07728}" dt="2026-01-20T10:35:22.253" v="31" actId="20577"/>
        <pc:sldMkLst>
          <pc:docMk/>
          <pc:sldMk cId="0" sldId="261"/>
        </pc:sldMkLst>
        <pc:spChg chg="add mod ord">
          <ac:chgData name="Lorena Hrman" userId="S::lh55662@fer.hr::2d97084f-cf30-4ba0-96af-7cefc6a60fee" providerId="AD" clId="Web-{E10C247E-2812-E3B3-6F30-58B53AE07728}" dt="2026-01-20T10:35:09.550" v="27"/>
          <ac:spMkLst>
            <pc:docMk/>
            <pc:sldMk cId="0" sldId="261"/>
            <ac:spMk id="2" creationId="{7D4333E7-6947-2462-AF00-87A5FFB17B1A}"/>
          </ac:spMkLst>
        </pc:spChg>
        <pc:spChg chg="mod">
          <ac:chgData name="Lorena Hrman" userId="S::lh55662@fer.hr::2d97084f-cf30-4ba0-96af-7cefc6a60fee" providerId="AD" clId="Web-{E10C247E-2812-E3B3-6F30-58B53AE07728}" dt="2026-01-20T10:35:22.253" v="31" actId="20577"/>
          <ac:spMkLst>
            <pc:docMk/>
            <pc:sldMk cId="0" sldId="261"/>
            <ac:spMk id="508" creationId="{00000000-0000-0000-0000-000000000000}"/>
          </ac:spMkLst>
        </pc:spChg>
      </pc:sldChg>
      <pc:sldChg chg="addSp delSp modSp ord">
        <pc:chgData name="Lorena Hrman" userId="S::lh55662@fer.hr::2d97084f-cf30-4ba0-96af-7cefc6a60fee" providerId="AD" clId="Web-{E10C247E-2812-E3B3-6F30-58B53AE07728}" dt="2026-01-20T10:41:08.771" v="170" actId="1076"/>
        <pc:sldMkLst>
          <pc:docMk/>
          <pc:sldMk cId="0" sldId="262"/>
        </pc:sldMkLst>
        <pc:spChg chg="mod">
          <ac:chgData name="Lorena Hrman" userId="S::lh55662@fer.hr::2d97084f-cf30-4ba0-96af-7cefc6a60fee" providerId="AD" clId="Web-{E10C247E-2812-E3B3-6F30-58B53AE07728}" dt="2026-01-20T10:41:08.771" v="170" actId="1076"/>
          <ac:spMkLst>
            <pc:docMk/>
            <pc:sldMk cId="0" sldId="262"/>
            <ac:spMk id="588" creationId="{00000000-0000-0000-0000-000000000000}"/>
          </ac:spMkLst>
        </pc:spChg>
        <pc:picChg chg="add mod modCrop">
          <ac:chgData name="Lorena Hrman" userId="S::lh55662@fer.hr::2d97084f-cf30-4ba0-96af-7cefc6a60fee" providerId="AD" clId="Web-{E10C247E-2812-E3B3-6F30-58B53AE07728}" dt="2026-01-20T10:38:14.395" v="80" actId="1076"/>
          <ac:picMkLst>
            <pc:docMk/>
            <pc:sldMk cId="0" sldId="262"/>
            <ac:picMk id="14" creationId="{DC22DC31-9989-1E21-47CA-1E5D99C24184}"/>
          </ac:picMkLst>
        </pc:picChg>
      </pc:sldChg>
      <pc:sldChg chg="addSp delSp modSp">
        <pc:chgData name="Lorena Hrman" userId="S::lh55662@fer.hr::2d97084f-cf30-4ba0-96af-7cefc6a60fee" providerId="AD" clId="Web-{E10C247E-2812-E3B3-6F30-58B53AE07728}" dt="2026-01-20T10:45:17.116" v="361" actId="14100"/>
        <pc:sldMkLst>
          <pc:docMk/>
          <pc:sldMk cId="0" sldId="263"/>
        </pc:sldMkLst>
        <pc:spChg chg="add mod">
          <ac:chgData name="Lorena Hrman" userId="S::lh55662@fer.hr::2d97084f-cf30-4ba0-96af-7cefc6a60fee" providerId="AD" clId="Web-{E10C247E-2812-E3B3-6F30-58B53AE07728}" dt="2026-01-20T10:44:23.475" v="277" actId="20577"/>
          <ac:spMkLst>
            <pc:docMk/>
            <pc:sldMk cId="0" sldId="263"/>
            <ac:spMk id="21" creationId="{096D6DCE-2ECF-FC57-86B3-A81961F4C6E9}"/>
          </ac:spMkLst>
        </pc:spChg>
        <pc:spChg chg="add mod">
          <ac:chgData name="Lorena Hrman" userId="S::lh55662@fer.hr::2d97084f-cf30-4ba0-96af-7cefc6a60fee" providerId="AD" clId="Web-{E10C247E-2812-E3B3-6F30-58B53AE07728}" dt="2026-01-20T10:45:17.116" v="361" actId="14100"/>
          <ac:spMkLst>
            <pc:docMk/>
            <pc:sldMk cId="0" sldId="263"/>
            <ac:spMk id="23" creationId="{273B0142-8C9B-3024-A57B-AC54C2383DDA}"/>
          </ac:spMkLst>
        </pc:spChg>
      </pc:sldChg>
      <pc:sldChg chg="addSp delSp modSp">
        <pc:chgData name="Lorena Hrman" userId="S::lh55662@fer.hr::2d97084f-cf30-4ba0-96af-7cefc6a60fee" providerId="AD" clId="Web-{E10C247E-2812-E3B3-6F30-58B53AE07728}" dt="2026-01-20T10:44:01.522" v="268" actId="20577"/>
        <pc:sldMkLst>
          <pc:docMk/>
          <pc:sldMk cId="0" sldId="264"/>
        </pc:sldMkLst>
        <pc:spChg chg="add mod">
          <ac:chgData name="Lorena Hrman" userId="S::lh55662@fer.hr::2d97084f-cf30-4ba0-96af-7cefc6a60fee" providerId="AD" clId="Web-{E10C247E-2812-E3B3-6F30-58B53AE07728}" dt="2026-01-20T10:44:01.522" v="268" actId="20577"/>
          <ac:spMkLst>
            <pc:docMk/>
            <pc:sldMk cId="0" sldId="264"/>
            <ac:spMk id="28" creationId="{6B7D4DF2-43F7-2FB6-8CBF-C1741385F768}"/>
          </ac:spMkLst>
        </pc:spChg>
        <pc:spChg chg="mod">
          <ac:chgData name="Lorena Hrman" userId="S::lh55662@fer.hr::2d97084f-cf30-4ba0-96af-7cefc6a60fee" providerId="AD" clId="Web-{E10C247E-2812-E3B3-6F30-58B53AE07728}" dt="2026-01-20T10:41:53.631" v="184" actId="1076"/>
          <ac:spMkLst>
            <pc:docMk/>
            <pc:sldMk cId="0" sldId="264"/>
            <ac:spMk id="650" creationId="{00000000-0000-0000-0000-000000000000}"/>
          </ac:spMkLst>
        </pc:spChg>
        <pc:picChg chg="add mod">
          <ac:chgData name="Lorena Hrman" userId="S::lh55662@fer.hr::2d97084f-cf30-4ba0-96af-7cefc6a60fee" providerId="AD" clId="Web-{E10C247E-2812-E3B3-6F30-58B53AE07728}" dt="2026-01-20T10:40:57.427" v="168"/>
          <ac:picMkLst>
            <pc:docMk/>
            <pc:sldMk cId="0" sldId="264"/>
            <ac:picMk id="26" creationId="{E4AF7F5B-17E6-A6C1-D1F0-B4186802A998}"/>
          </ac:picMkLst>
        </pc:picChg>
      </pc:sldChg>
      <pc:sldChg chg="addSp delSp modSp add ord replId">
        <pc:chgData name="Lorena Hrman" userId="S::lh55662@fer.hr::2d97084f-cf30-4ba0-96af-7cefc6a60fee" providerId="AD" clId="Web-{E10C247E-2812-E3B3-6F30-58B53AE07728}" dt="2026-01-20T10:52:30.054" v="487" actId="1076"/>
        <pc:sldMkLst>
          <pc:docMk/>
          <pc:sldMk cId="2600136376" sldId="301"/>
        </pc:sldMkLst>
        <pc:spChg chg="mod">
          <ac:chgData name="Lorena Hrman" userId="S::lh55662@fer.hr::2d97084f-cf30-4ba0-96af-7cefc6a60fee" providerId="AD" clId="Web-{E10C247E-2812-E3B3-6F30-58B53AE07728}" dt="2026-01-20T10:50:09.429" v="455" actId="1076"/>
          <ac:spMkLst>
            <pc:docMk/>
            <pc:sldMk cId="2600136376" sldId="301"/>
            <ac:spMk id="471" creationId="{5C62AD16-D89F-0AA4-12D3-21E7362AEEDE}"/>
          </ac:spMkLst>
        </pc:spChg>
        <pc:graphicFrameChg chg="add mod modGraphic">
          <ac:chgData name="Lorena Hrman" userId="S::lh55662@fer.hr::2d97084f-cf30-4ba0-96af-7cefc6a60fee" providerId="AD" clId="Web-{E10C247E-2812-E3B3-6F30-58B53AE07728}" dt="2026-01-20T10:52:30.054" v="487" actId="1076"/>
          <ac:graphicFrameMkLst>
            <pc:docMk/>
            <pc:sldMk cId="2600136376" sldId="301"/>
            <ac:graphicFrameMk id="5" creationId="{A26A1306-ABDD-12B6-5ECD-0B524100887D}"/>
          </ac:graphicFrameMkLst>
        </pc:graphicFrameChg>
      </pc:sldChg>
      <pc:sldChg chg="addSp delSp modSp add ord replId">
        <pc:chgData name="Lorena Hrman" userId="S::lh55662@fer.hr::2d97084f-cf30-4ba0-96af-7cefc6a60fee" providerId="AD" clId="Web-{E10C247E-2812-E3B3-6F30-58B53AE07728}" dt="2026-01-20T11:00:00.308" v="578" actId="20577"/>
        <pc:sldMkLst>
          <pc:docMk/>
          <pc:sldMk cId="1939702104" sldId="302"/>
        </pc:sldMkLst>
        <pc:spChg chg="mod">
          <ac:chgData name="Lorena Hrman" userId="S::lh55662@fer.hr::2d97084f-cf30-4ba0-96af-7cefc6a60fee" providerId="AD" clId="Web-{E10C247E-2812-E3B3-6F30-58B53AE07728}" dt="2026-01-20T10:54:13.008" v="506" actId="14100"/>
          <ac:spMkLst>
            <pc:docMk/>
            <pc:sldMk cId="1939702104" sldId="302"/>
            <ac:spMk id="471" creationId="{4CDF8FAF-D1CB-93C8-818C-DC978BEE29DC}"/>
          </ac:spMkLst>
        </pc:spChg>
        <pc:spChg chg="add del mod">
          <ac:chgData name="Lorena Hrman" userId="S::lh55662@fer.hr::2d97084f-cf30-4ba0-96af-7cefc6a60fee" providerId="AD" clId="Web-{E10C247E-2812-E3B3-6F30-58B53AE07728}" dt="2026-01-20T11:00:00.308" v="578" actId="20577"/>
          <ac:spMkLst>
            <pc:docMk/>
            <pc:sldMk cId="1939702104" sldId="302"/>
            <ac:spMk id="472" creationId="{19804252-E97B-E14E-F6B7-1639FF67D1D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5baf5c63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5baf5c63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>
          <a:extLst>
            <a:ext uri="{FF2B5EF4-FFF2-40B4-BE49-F238E27FC236}">
              <a16:creationId xmlns:a16="http://schemas.microsoft.com/office/drawing/2014/main" id="{67EBCEE6-8FC1-43EA-1A30-91D82FA86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54dda1946d_6_322:notes">
            <a:extLst>
              <a:ext uri="{FF2B5EF4-FFF2-40B4-BE49-F238E27FC236}">
                <a16:creationId xmlns:a16="http://schemas.microsoft.com/office/drawing/2014/main" id="{C3472EC8-C78C-12AD-B06D-3152149ABB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54dda1946d_6_322:notes">
            <a:extLst>
              <a:ext uri="{FF2B5EF4-FFF2-40B4-BE49-F238E27FC236}">
                <a16:creationId xmlns:a16="http://schemas.microsoft.com/office/drawing/2014/main" id="{221E648E-5C74-37AB-2707-A7D4C19AC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6180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>
          <a:extLst>
            <a:ext uri="{FF2B5EF4-FFF2-40B4-BE49-F238E27FC236}">
              <a16:creationId xmlns:a16="http://schemas.microsoft.com/office/drawing/2014/main" id="{A124D79D-33BA-EFD8-6861-BBCDC5E24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d431007ba2_0_215:notes">
            <a:extLst>
              <a:ext uri="{FF2B5EF4-FFF2-40B4-BE49-F238E27FC236}">
                <a16:creationId xmlns:a16="http://schemas.microsoft.com/office/drawing/2014/main" id="{B0359C85-2583-0522-7033-B32767371F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d431007ba2_0_215:notes">
            <a:extLst>
              <a:ext uri="{FF2B5EF4-FFF2-40B4-BE49-F238E27FC236}">
                <a16:creationId xmlns:a16="http://schemas.microsoft.com/office/drawing/2014/main" id="{0740E8C9-13B9-1C92-EB85-653560D05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9198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>
          <a:extLst>
            <a:ext uri="{FF2B5EF4-FFF2-40B4-BE49-F238E27FC236}">
              <a16:creationId xmlns:a16="http://schemas.microsoft.com/office/drawing/2014/main" id="{0FF7BAE1-9294-DB5F-6EC8-5E044DD2A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d431007ba2_0_215:notes">
            <a:extLst>
              <a:ext uri="{FF2B5EF4-FFF2-40B4-BE49-F238E27FC236}">
                <a16:creationId xmlns:a16="http://schemas.microsoft.com/office/drawing/2014/main" id="{1ADCC0DC-DEC5-9F6D-BDD5-7586E4403C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d431007ba2_0_215:notes">
            <a:extLst>
              <a:ext uri="{FF2B5EF4-FFF2-40B4-BE49-F238E27FC236}">
                <a16:creationId xmlns:a16="http://schemas.microsoft.com/office/drawing/2014/main" id="{52BA3B94-38CD-CC74-545B-6B6AE660E5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8508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>
          <a:extLst>
            <a:ext uri="{FF2B5EF4-FFF2-40B4-BE49-F238E27FC236}">
              <a16:creationId xmlns:a16="http://schemas.microsoft.com/office/drawing/2014/main" id="{67EBCEE6-8FC1-43EA-1A30-91D82FA86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54dda1946d_6_322:notes">
            <a:extLst>
              <a:ext uri="{FF2B5EF4-FFF2-40B4-BE49-F238E27FC236}">
                <a16:creationId xmlns:a16="http://schemas.microsoft.com/office/drawing/2014/main" id="{C3472EC8-C78C-12AD-B06D-3152149ABB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54dda1946d_6_322:notes">
            <a:extLst>
              <a:ext uri="{FF2B5EF4-FFF2-40B4-BE49-F238E27FC236}">
                <a16:creationId xmlns:a16="http://schemas.microsoft.com/office/drawing/2014/main" id="{221E648E-5C74-37AB-2707-A7D4C19AC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6180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>
          <a:extLst>
            <a:ext uri="{FF2B5EF4-FFF2-40B4-BE49-F238E27FC236}">
              <a16:creationId xmlns:a16="http://schemas.microsoft.com/office/drawing/2014/main" id="{7771E423-395F-14C3-D37C-795118D77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54dda1946d_6_322:notes">
            <a:extLst>
              <a:ext uri="{FF2B5EF4-FFF2-40B4-BE49-F238E27FC236}">
                <a16:creationId xmlns:a16="http://schemas.microsoft.com/office/drawing/2014/main" id="{BFE5EABE-B9FF-CF39-7ECE-81A2032922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54dda1946d_6_322:notes">
            <a:extLst>
              <a:ext uri="{FF2B5EF4-FFF2-40B4-BE49-F238E27FC236}">
                <a16:creationId xmlns:a16="http://schemas.microsoft.com/office/drawing/2014/main" id="{1F31C083-17D0-2348-7E9D-96FA3BE90F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12851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16241d4a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16241d4a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172b1845856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172b1845856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31175" y="173400"/>
            <a:ext cx="8681700" cy="47967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" name="Google Shape;15;p2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16" name="Google Shape;16;p2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3777175" y="1579000"/>
            <a:ext cx="4528800" cy="13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3777250" y="3182300"/>
            <a:ext cx="4528800" cy="3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231175" y="173400"/>
            <a:ext cx="8681700" cy="47967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3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23" name="Google Shape;23;p3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24" name="Google Shape;24;p3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3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3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3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28" name="Google Shape;28;p3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3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4308425" y="2775850"/>
            <a:ext cx="35703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idx="2" hasCustomPrompt="1"/>
          </p:nvPr>
        </p:nvSpPr>
        <p:spPr>
          <a:xfrm>
            <a:off x="4308425" y="1525850"/>
            <a:ext cx="12357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>
            <a:spLocks noGrp="1"/>
          </p:cNvSpPr>
          <p:nvPr>
            <p:ph type="pic" idx="3"/>
          </p:nvPr>
        </p:nvSpPr>
        <p:spPr>
          <a:xfrm>
            <a:off x="713225" y="1203175"/>
            <a:ext cx="2760600" cy="2737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231175" y="173400"/>
            <a:ext cx="8681700" cy="47967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4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36" name="Google Shape;36;p4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37" name="Google Shape;37;p4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4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4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" name="Google Shape;40;p4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41" name="Google Shape;41;p4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4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080075"/>
            <a:ext cx="6422700" cy="22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622"/>
              </a:buClr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622"/>
              </a:buClr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622"/>
              </a:buClr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622"/>
              </a:buClr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622"/>
              </a:buClr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622"/>
              </a:buClr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622"/>
              </a:buClr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622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231175" y="173400"/>
            <a:ext cx="8681700" cy="47967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48" name="Google Shape;48;p5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49" name="Google Shape;49;p5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5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5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" name="Google Shape;52;p5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5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" name="Google Shape;5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1"/>
          </p:nvPr>
        </p:nvSpPr>
        <p:spPr>
          <a:xfrm>
            <a:off x="1685750" y="3364175"/>
            <a:ext cx="44016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2"/>
          </p:nvPr>
        </p:nvSpPr>
        <p:spPr>
          <a:xfrm>
            <a:off x="1685750" y="1755675"/>
            <a:ext cx="44016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3"/>
          </p:nvPr>
        </p:nvSpPr>
        <p:spPr>
          <a:xfrm>
            <a:off x="1685741" y="1398125"/>
            <a:ext cx="4401600" cy="4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ubTitle" idx="4"/>
          </p:nvPr>
        </p:nvSpPr>
        <p:spPr>
          <a:xfrm>
            <a:off x="1685743" y="3006625"/>
            <a:ext cx="4401600" cy="45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231175" y="173400"/>
            <a:ext cx="8681700" cy="47967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6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63" name="Google Shape;63;p6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64" name="Google Shape;64;p6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6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6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6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68" name="Google Shape;68;p6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6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0" name="Google Shape;7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/>
        </p:nvSpPr>
        <p:spPr>
          <a:xfrm>
            <a:off x="231175" y="173400"/>
            <a:ext cx="8681700" cy="47967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" name="Google Shape;73;p7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74" name="Google Shape;74;p7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75" name="Google Shape;75;p7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7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7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" name="Google Shape;78;p7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79" name="Google Shape;79;p7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7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1" name="Google Shape;81;p7"/>
          <p:cNvSpPr txBox="1">
            <a:spLocks noGrp="1"/>
          </p:cNvSpPr>
          <p:nvPr>
            <p:ph type="title"/>
          </p:nvPr>
        </p:nvSpPr>
        <p:spPr>
          <a:xfrm>
            <a:off x="713225" y="1022225"/>
            <a:ext cx="405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7"/>
          <p:cNvSpPr txBox="1">
            <a:spLocks noGrp="1"/>
          </p:cNvSpPr>
          <p:nvPr>
            <p:ph type="subTitle" idx="1"/>
          </p:nvPr>
        </p:nvSpPr>
        <p:spPr>
          <a:xfrm>
            <a:off x="713225" y="1822975"/>
            <a:ext cx="40557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7"/>
          <p:cNvSpPr>
            <a:spLocks noGrp="1"/>
          </p:cNvSpPr>
          <p:nvPr>
            <p:ph type="pic" idx="2"/>
          </p:nvPr>
        </p:nvSpPr>
        <p:spPr>
          <a:xfrm>
            <a:off x="5503125" y="1177950"/>
            <a:ext cx="2787000" cy="2787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/>
          <p:nvPr/>
        </p:nvSpPr>
        <p:spPr>
          <a:xfrm>
            <a:off x="231175" y="173400"/>
            <a:ext cx="8681700" cy="47967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86;p8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87" name="Google Shape;87;p8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88" name="Google Shape;88;p8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8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8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8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92" name="Google Shape;92;p8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8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4" name="Google Shape;94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>
            <a:off x="231175" y="173400"/>
            <a:ext cx="8681700" cy="47967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" name="Google Shape;97;p9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98" name="Google Shape;98;p9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99" name="Google Shape;99;p9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9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9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" name="Google Shape;102;p9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103" name="Google Shape;103;p9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9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>
            <a:spLocks noGrp="1"/>
          </p:cNvSpPr>
          <p:nvPr>
            <p:ph type="pic" idx="2"/>
          </p:nvPr>
        </p:nvSpPr>
        <p:spPr>
          <a:xfrm>
            <a:off x="-15900" y="-15900"/>
            <a:ext cx="9159900" cy="51807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>
            <a:off x="231175" y="173400"/>
            <a:ext cx="8681700" cy="47967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" name="Google Shape;112;p11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113" name="Google Shape;113;p11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114" name="Google Shape;114;p11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1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1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" name="Google Shape;117;p11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118" name="Google Shape;118;p11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1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0" name="Google Shape;120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589850"/>
            <a:ext cx="5082900" cy="11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1" name="Google Shape;121;p11"/>
          <p:cNvSpPr txBox="1">
            <a:spLocks noGrp="1"/>
          </p:cNvSpPr>
          <p:nvPr>
            <p:ph type="subTitle" idx="1"/>
          </p:nvPr>
        </p:nvSpPr>
        <p:spPr>
          <a:xfrm>
            <a:off x="713225" y="3133350"/>
            <a:ext cx="5082900" cy="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231175" y="173400"/>
            <a:ext cx="8681700" cy="47967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" name="Google Shape;125;p13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126" name="Google Shape;126;p13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127" name="Google Shape;127;p13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3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13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13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131" name="Google Shape;131;p13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13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3" name="Google Shape;133;p13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title" idx="2" hasCustomPrompt="1"/>
          </p:nvPr>
        </p:nvSpPr>
        <p:spPr>
          <a:xfrm>
            <a:off x="1898050" y="140543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5" name="Google Shape;135;p13"/>
          <p:cNvSpPr txBox="1">
            <a:spLocks noGrp="1"/>
          </p:cNvSpPr>
          <p:nvPr>
            <p:ph type="title" idx="3" hasCustomPrompt="1"/>
          </p:nvPr>
        </p:nvSpPr>
        <p:spPr>
          <a:xfrm>
            <a:off x="1898050" y="29912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6" name="Google Shape;136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50" y="140543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7" name="Google Shape;137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50" y="29912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 idx="6" hasCustomPrompt="1"/>
          </p:nvPr>
        </p:nvSpPr>
        <p:spPr>
          <a:xfrm>
            <a:off x="6511200" y="140543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>
            <a:spLocks noGrp="1"/>
          </p:cNvSpPr>
          <p:nvPr>
            <p:ph type="title" idx="7" hasCustomPrompt="1"/>
          </p:nvPr>
        </p:nvSpPr>
        <p:spPr>
          <a:xfrm>
            <a:off x="6511250" y="29912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1"/>
          </p:nvPr>
        </p:nvSpPr>
        <p:spPr>
          <a:xfrm>
            <a:off x="1112650" y="198942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subTitle" idx="8"/>
          </p:nvPr>
        </p:nvSpPr>
        <p:spPr>
          <a:xfrm>
            <a:off x="3419250" y="198942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subTitle" idx="9"/>
          </p:nvPr>
        </p:nvSpPr>
        <p:spPr>
          <a:xfrm>
            <a:off x="5725850" y="198942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subTitle" idx="13"/>
          </p:nvPr>
        </p:nvSpPr>
        <p:spPr>
          <a:xfrm>
            <a:off x="1112650" y="3575300"/>
            <a:ext cx="23055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14"/>
          </p:nvPr>
        </p:nvSpPr>
        <p:spPr>
          <a:xfrm>
            <a:off x="3419250" y="3575300"/>
            <a:ext cx="23055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15"/>
          </p:nvPr>
        </p:nvSpPr>
        <p:spPr>
          <a:xfrm>
            <a:off x="5725850" y="3575300"/>
            <a:ext cx="23055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/>
          <p:nvPr/>
        </p:nvSpPr>
        <p:spPr>
          <a:xfrm>
            <a:off x="231175" y="173400"/>
            <a:ext cx="8681700" cy="47967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" name="Google Shape;148;p14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149" name="Google Shape;149;p14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150" name="Google Shape;150;p14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4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4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14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154" name="Google Shape;154;p14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4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6" name="Google Shape;156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4"/>
          <p:cNvSpPr txBox="1">
            <a:spLocks noGrp="1"/>
          </p:cNvSpPr>
          <p:nvPr>
            <p:ph type="subTitle" idx="1"/>
          </p:nvPr>
        </p:nvSpPr>
        <p:spPr>
          <a:xfrm>
            <a:off x="937625" y="2674900"/>
            <a:ext cx="2175300" cy="12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4"/>
          <p:cNvSpPr txBox="1">
            <a:spLocks noGrp="1"/>
          </p:cNvSpPr>
          <p:nvPr>
            <p:ph type="subTitle" idx="2"/>
          </p:nvPr>
        </p:nvSpPr>
        <p:spPr>
          <a:xfrm>
            <a:off x="3484347" y="2674900"/>
            <a:ext cx="2175300" cy="12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4"/>
          <p:cNvSpPr txBox="1">
            <a:spLocks noGrp="1"/>
          </p:cNvSpPr>
          <p:nvPr>
            <p:ph type="subTitle" idx="3"/>
          </p:nvPr>
        </p:nvSpPr>
        <p:spPr>
          <a:xfrm>
            <a:off x="6031075" y="2674900"/>
            <a:ext cx="2175300" cy="12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4"/>
          <p:cNvSpPr txBox="1">
            <a:spLocks noGrp="1"/>
          </p:cNvSpPr>
          <p:nvPr>
            <p:ph type="subTitle" idx="4"/>
          </p:nvPr>
        </p:nvSpPr>
        <p:spPr>
          <a:xfrm>
            <a:off x="937625" y="2321651"/>
            <a:ext cx="21753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61" name="Google Shape;161;p14"/>
          <p:cNvSpPr txBox="1">
            <a:spLocks noGrp="1"/>
          </p:cNvSpPr>
          <p:nvPr>
            <p:ph type="subTitle" idx="5"/>
          </p:nvPr>
        </p:nvSpPr>
        <p:spPr>
          <a:xfrm>
            <a:off x="3484350" y="2321651"/>
            <a:ext cx="21753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62" name="Google Shape;162;p14"/>
          <p:cNvSpPr txBox="1">
            <a:spLocks noGrp="1"/>
          </p:cNvSpPr>
          <p:nvPr>
            <p:ph type="subTitle" idx="6"/>
          </p:nvPr>
        </p:nvSpPr>
        <p:spPr>
          <a:xfrm>
            <a:off x="6031075" y="2321651"/>
            <a:ext cx="21753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/>
          <p:nvPr/>
        </p:nvSpPr>
        <p:spPr>
          <a:xfrm>
            <a:off x="231175" y="173400"/>
            <a:ext cx="8681700" cy="47967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166" name="Google Shape;166;p15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167" name="Google Shape;167;p15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5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5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0" name="Google Shape;170;p15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171" name="Google Shape;171;p15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5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3" name="Google Shape;173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5"/>
          <p:cNvSpPr txBox="1">
            <a:spLocks noGrp="1"/>
          </p:cNvSpPr>
          <p:nvPr>
            <p:ph type="subTitle" idx="1"/>
          </p:nvPr>
        </p:nvSpPr>
        <p:spPr>
          <a:xfrm>
            <a:off x="1525588" y="1731150"/>
            <a:ext cx="2711100" cy="8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5"/>
          <p:cNvSpPr txBox="1">
            <a:spLocks noGrp="1"/>
          </p:cNvSpPr>
          <p:nvPr>
            <p:ph type="subTitle" idx="2"/>
          </p:nvPr>
        </p:nvSpPr>
        <p:spPr>
          <a:xfrm>
            <a:off x="5558559" y="1731150"/>
            <a:ext cx="2711100" cy="8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5"/>
          <p:cNvSpPr txBox="1">
            <a:spLocks noGrp="1"/>
          </p:cNvSpPr>
          <p:nvPr>
            <p:ph type="subTitle" idx="3"/>
          </p:nvPr>
        </p:nvSpPr>
        <p:spPr>
          <a:xfrm>
            <a:off x="1525588" y="3275625"/>
            <a:ext cx="2711100" cy="8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5"/>
          <p:cNvSpPr txBox="1">
            <a:spLocks noGrp="1"/>
          </p:cNvSpPr>
          <p:nvPr>
            <p:ph type="subTitle" idx="4"/>
          </p:nvPr>
        </p:nvSpPr>
        <p:spPr>
          <a:xfrm>
            <a:off x="5558559" y="3275625"/>
            <a:ext cx="2711100" cy="8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5"/>
          <p:cNvSpPr txBox="1">
            <a:spLocks noGrp="1"/>
          </p:cNvSpPr>
          <p:nvPr>
            <p:ph type="subTitle" idx="5"/>
          </p:nvPr>
        </p:nvSpPr>
        <p:spPr>
          <a:xfrm>
            <a:off x="1525588" y="1404225"/>
            <a:ext cx="2711100" cy="42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79" name="Google Shape;179;p15"/>
          <p:cNvSpPr txBox="1">
            <a:spLocks noGrp="1"/>
          </p:cNvSpPr>
          <p:nvPr>
            <p:ph type="subTitle" idx="6"/>
          </p:nvPr>
        </p:nvSpPr>
        <p:spPr>
          <a:xfrm>
            <a:off x="1525588" y="2948800"/>
            <a:ext cx="2711100" cy="42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80" name="Google Shape;180;p15"/>
          <p:cNvSpPr txBox="1">
            <a:spLocks noGrp="1"/>
          </p:cNvSpPr>
          <p:nvPr>
            <p:ph type="subTitle" idx="7"/>
          </p:nvPr>
        </p:nvSpPr>
        <p:spPr>
          <a:xfrm>
            <a:off x="5558530" y="1404225"/>
            <a:ext cx="2711100" cy="42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81" name="Google Shape;181;p15"/>
          <p:cNvSpPr txBox="1">
            <a:spLocks noGrp="1"/>
          </p:cNvSpPr>
          <p:nvPr>
            <p:ph type="subTitle" idx="8"/>
          </p:nvPr>
        </p:nvSpPr>
        <p:spPr>
          <a:xfrm>
            <a:off x="5558530" y="2948800"/>
            <a:ext cx="2711100" cy="42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/>
          <p:nvPr/>
        </p:nvSpPr>
        <p:spPr>
          <a:xfrm>
            <a:off x="231175" y="173400"/>
            <a:ext cx="8681700" cy="47967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4" name="Google Shape;184;p16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185" name="Google Shape;185;p16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186" name="Google Shape;186;p16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6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6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6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190" name="Google Shape;190;p16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6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2" name="Google Shape;192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6"/>
          <p:cNvSpPr txBox="1">
            <a:spLocks noGrp="1"/>
          </p:cNvSpPr>
          <p:nvPr>
            <p:ph type="subTitle" idx="1"/>
          </p:nvPr>
        </p:nvSpPr>
        <p:spPr>
          <a:xfrm>
            <a:off x="723900" y="1747687"/>
            <a:ext cx="2463000" cy="8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6"/>
          <p:cNvSpPr txBox="1">
            <a:spLocks noGrp="1"/>
          </p:cNvSpPr>
          <p:nvPr>
            <p:ph type="subTitle" idx="2"/>
          </p:nvPr>
        </p:nvSpPr>
        <p:spPr>
          <a:xfrm>
            <a:off x="3355486" y="1747689"/>
            <a:ext cx="2453400" cy="8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6"/>
          <p:cNvSpPr txBox="1">
            <a:spLocks noGrp="1"/>
          </p:cNvSpPr>
          <p:nvPr>
            <p:ph type="subTitle" idx="3"/>
          </p:nvPr>
        </p:nvSpPr>
        <p:spPr>
          <a:xfrm>
            <a:off x="723900" y="3198864"/>
            <a:ext cx="2463000" cy="8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subTitle" idx="4"/>
          </p:nvPr>
        </p:nvSpPr>
        <p:spPr>
          <a:xfrm>
            <a:off x="3355487" y="3198862"/>
            <a:ext cx="2453400" cy="8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subTitle" idx="5"/>
          </p:nvPr>
        </p:nvSpPr>
        <p:spPr>
          <a:xfrm>
            <a:off x="5972600" y="1747689"/>
            <a:ext cx="2443800" cy="8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ubTitle" idx="6"/>
          </p:nvPr>
        </p:nvSpPr>
        <p:spPr>
          <a:xfrm>
            <a:off x="5972601" y="3198862"/>
            <a:ext cx="2443800" cy="8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6"/>
          <p:cNvSpPr txBox="1">
            <a:spLocks noGrp="1"/>
          </p:cNvSpPr>
          <p:nvPr>
            <p:ph type="subTitle" idx="7"/>
          </p:nvPr>
        </p:nvSpPr>
        <p:spPr>
          <a:xfrm>
            <a:off x="723975" y="1438525"/>
            <a:ext cx="2463000" cy="41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00" name="Google Shape;200;p16"/>
          <p:cNvSpPr txBox="1">
            <a:spLocks noGrp="1"/>
          </p:cNvSpPr>
          <p:nvPr>
            <p:ph type="subTitle" idx="8"/>
          </p:nvPr>
        </p:nvSpPr>
        <p:spPr>
          <a:xfrm>
            <a:off x="3360305" y="1438525"/>
            <a:ext cx="2443800" cy="41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01" name="Google Shape;201;p16"/>
          <p:cNvSpPr txBox="1">
            <a:spLocks noGrp="1"/>
          </p:cNvSpPr>
          <p:nvPr>
            <p:ph type="subTitle" idx="9"/>
          </p:nvPr>
        </p:nvSpPr>
        <p:spPr>
          <a:xfrm>
            <a:off x="5977401" y="1438525"/>
            <a:ext cx="2434200" cy="41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02" name="Google Shape;202;p16"/>
          <p:cNvSpPr txBox="1">
            <a:spLocks noGrp="1"/>
          </p:cNvSpPr>
          <p:nvPr>
            <p:ph type="subTitle" idx="13"/>
          </p:nvPr>
        </p:nvSpPr>
        <p:spPr>
          <a:xfrm>
            <a:off x="723900" y="2886603"/>
            <a:ext cx="2463000" cy="41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03" name="Google Shape;203;p16"/>
          <p:cNvSpPr txBox="1">
            <a:spLocks noGrp="1"/>
          </p:cNvSpPr>
          <p:nvPr>
            <p:ph type="subTitle" idx="14"/>
          </p:nvPr>
        </p:nvSpPr>
        <p:spPr>
          <a:xfrm>
            <a:off x="3360309" y="2886600"/>
            <a:ext cx="2443800" cy="41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04" name="Google Shape;204;p16"/>
          <p:cNvSpPr txBox="1">
            <a:spLocks noGrp="1"/>
          </p:cNvSpPr>
          <p:nvPr>
            <p:ph type="subTitle" idx="15"/>
          </p:nvPr>
        </p:nvSpPr>
        <p:spPr>
          <a:xfrm>
            <a:off x="5977401" y="2886600"/>
            <a:ext cx="2434200" cy="41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7"/>
          <p:cNvSpPr/>
          <p:nvPr/>
        </p:nvSpPr>
        <p:spPr>
          <a:xfrm>
            <a:off x="231175" y="173400"/>
            <a:ext cx="8681700" cy="47967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7" name="Google Shape;207;p17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208" name="Google Shape;208;p17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209" name="Google Shape;209;p17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7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7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" name="Google Shape;212;p17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213" name="Google Shape;213;p17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7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5" name="Google Shape;215;p17"/>
          <p:cNvSpPr txBox="1">
            <a:spLocks noGrp="1"/>
          </p:cNvSpPr>
          <p:nvPr>
            <p:ph type="title" hasCustomPrompt="1"/>
          </p:nvPr>
        </p:nvSpPr>
        <p:spPr>
          <a:xfrm>
            <a:off x="4717850" y="1890496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6" name="Google Shape;216;p17"/>
          <p:cNvSpPr txBox="1">
            <a:spLocks noGrp="1"/>
          </p:cNvSpPr>
          <p:nvPr>
            <p:ph type="subTitle" idx="1"/>
          </p:nvPr>
        </p:nvSpPr>
        <p:spPr>
          <a:xfrm>
            <a:off x="4717863" y="2775221"/>
            <a:ext cx="3492600" cy="3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17"/>
          <p:cNvSpPr txBox="1">
            <a:spLocks noGrp="1"/>
          </p:cNvSpPr>
          <p:nvPr>
            <p:ph type="title" idx="2" hasCustomPrompt="1"/>
          </p:nvPr>
        </p:nvSpPr>
        <p:spPr>
          <a:xfrm>
            <a:off x="4717863" y="539498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8" name="Google Shape;218;p17"/>
          <p:cNvSpPr txBox="1">
            <a:spLocks noGrp="1"/>
          </p:cNvSpPr>
          <p:nvPr>
            <p:ph type="subTitle" idx="3"/>
          </p:nvPr>
        </p:nvSpPr>
        <p:spPr>
          <a:xfrm>
            <a:off x="4717863" y="1424512"/>
            <a:ext cx="3492600" cy="3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9" name="Google Shape;219;p17"/>
          <p:cNvSpPr txBox="1">
            <a:spLocks noGrp="1"/>
          </p:cNvSpPr>
          <p:nvPr>
            <p:ph type="title" idx="4" hasCustomPrompt="1"/>
          </p:nvPr>
        </p:nvSpPr>
        <p:spPr>
          <a:xfrm>
            <a:off x="4717850" y="3241234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17"/>
          <p:cNvSpPr txBox="1">
            <a:spLocks noGrp="1"/>
          </p:cNvSpPr>
          <p:nvPr>
            <p:ph type="subTitle" idx="5"/>
          </p:nvPr>
        </p:nvSpPr>
        <p:spPr>
          <a:xfrm>
            <a:off x="4717863" y="4125959"/>
            <a:ext cx="3492600" cy="3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"/>
          <p:cNvSpPr/>
          <p:nvPr/>
        </p:nvSpPr>
        <p:spPr>
          <a:xfrm>
            <a:off x="231175" y="173400"/>
            <a:ext cx="8681700" cy="47967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3" name="Google Shape;223;p18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224" name="Google Shape;224;p18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225" name="Google Shape;225;p18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8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8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8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229" name="Google Shape;229;p18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8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1" name="Google Shape;231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subTitle" idx="1"/>
          </p:nvPr>
        </p:nvSpPr>
        <p:spPr>
          <a:xfrm>
            <a:off x="720063" y="3414900"/>
            <a:ext cx="23058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subTitle" idx="2"/>
          </p:nvPr>
        </p:nvSpPr>
        <p:spPr>
          <a:xfrm>
            <a:off x="3419233" y="3414900"/>
            <a:ext cx="23058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8"/>
          <p:cNvSpPr txBox="1">
            <a:spLocks noGrp="1"/>
          </p:cNvSpPr>
          <p:nvPr>
            <p:ph type="subTitle" idx="3"/>
          </p:nvPr>
        </p:nvSpPr>
        <p:spPr>
          <a:xfrm>
            <a:off x="6118410" y="3414900"/>
            <a:ext cx="23058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18"/>
          <p:cNvSpPr txBox="1">
            <a:spLocks noGrp="1"/>
          </p:cNvSpPr>
          <p:nvPr>
            <p:ph type="subTitle" idx="4"/>
          </p:nvPr>
        </p:nvSpPr>
        <p:spPr>
          <a:xfrm>
            <a:off x="720063" y="3061650"/>
            <a:ext cx="23058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36" name="Google Shape;236;p18"/>
          <p:cNvSpPr txBox="1">
            <a:spLocks noGrp="1"/>
          </p:cNvSpPr>
          <p:nvPr>
            <p:ph type="subTitle" idx="5"/>
          </p:nvPr>
        </p:nvSpPr>
        <p:spPr>
          <a:xfrm>
            <a:off x="3419236" y="3061650"/>
            <a:ext cx="23058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subTitle" idx="6"/>
          </p:nvPr>
        </p:nvSpPr>
        <p:spPr>
          <a:xfrm>
            <a:off x="6118410" y="3061650"/>
            <a:ext cx="23058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 b="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38" name="Google Shape;238;p18"/>
          <p:cNvSpPr txBox="1">
            <a:spLocks noGrp="1"/>
          </p:cNvSpPr>
          <p:nvPr>
            <p:ph type="title" idx="7" hasCustomPrompt="1"/>
          </p:nvPr>
        </p:nvSpPr>
        <p:spPr>
          <a:xfrm>
            <a:off x="3526100" y="1830825"/>
            <a:ext cx="2091600" cy="51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9" name="Google Shape;239;p18"/>
          <p:cNvSpPr txBox="1">
            <a:spLocks noGrp="1"/>
          </p:cNvSpPr>
          <p:nvPr>
            <p:ph type="title" idx="8" hasCustomPrompt="1"/>
          </p:nvPr>
        </p:nvSpPr>
        <p:spPr>
          <a:xfrm>
            <a:off x="827175" y="1830825"/>
            <a:ext cx="2091600" cy="51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0" name="Google Shape;240;p18"/>
          <p:cNvSpPr txBox="1">
            <a:spLocks noGrp="1"/>
          </p:cNvSpPr>
          <p:nvPr>
            <p:ph type="title" idx="9" hasCustomPrompt="1"/>
          </p:nvPr>
        </p:nvSpPr>
        <p:spPr>
          <a:xfrm>
            <a:off x="6225025" y="1830825"/>
            <a:ext cx="2091600" cy="51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/>
          <p:nvPr/>
        </p:nvSpPr>
        <p:spPr>
          <a:xfrm>
            <a:off x="231175" y="173400"/>
            <a:ext cx="8681700" cy="47967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3" name="Google Shape;243;p19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244" name="Google Shape;244;p19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245" name="Google Shape;245;p19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9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9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8" name="Google Shape;248;p19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249" name="Google Shape;249;p19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19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1" name="Google Shape;251;p19"/>
          <p:cNvSpPr txBox="1">
            <a:spLocks noGrp="1"/>
          </p:cNvSpPr>
          <p:nvPr>
            <p:ph type="title"/>
          </p:nvPr>
        </p:nvSpPr>
        <p:spPr>
          <a:xfrm>
            <a:off x="3218820" y="647050"/>
            <a:ext cx="2706300" cy="87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9"/>
          <p:cNvSpPr txBox="1">
            <a:spLocks noGrp="1"/>
          </p:cNvSpPr>
          <p:nvPr>
            <p:ph type="subTitle" idx="1"/>
          </p:nvPr>
        </p:nvSpPr>
        <p:spPr>
          <a:xfrm>
            <a:off x="3218800" y="1672403"/>
            <a:ext cx="2706300" cy="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2887350" y="3306850"/>
            <a:ext cx="3369300" cy="7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rPr>
              <a:t>CREDITS: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rPr>
              <a:t> </a:t>
            </a:r>
            <a:endParaRPr sz="1200" b="1" u="sng">
              <a:solidFill>
                <a:schemeClr val="dk1"/>
              </a:solidFill>
              <a:latin typeface="Bellota Text"/>
              <a:ea typeface="Bellota Text"/>
              <a:cs typeface="Bellota Text"/>
              <a:sym typeface="Bellota Tex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/>
          <p:nvPr/>
        </p:nvSpPr>
        <p:spPr>
          <a:xfrm>
            <a:off x="231175" y="4382575"/>
            <a:ext cx="8681700" cy="603900"/>
          </a:xfrm>
          <a:prstGeom prst="roundRect">
            <a:avLst>
              <a:gd name="adj" fmla="val 23506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" name="Google Shape;256;p20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257" name="Google Shape;257;p20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258" name="Google Shape;258;p20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0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0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1" name="Google Shape;261;p20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262" name="Google Shape;262;p20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0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4" name="Google Shape;264;p20"/>
          <p:cNvSpPr/>
          <p:nvPr/>
        </p:nvSpPr>
        <p:spPr>
          <a:xfrm>
            <a:off x="231175" y="173400"/>
            <a:ext cx="8681700" cy="40950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lt2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/>
          <p:nvPr/>
        </p:nvSpPr>
        <p:spPr>
          <a:xfrm>
            <a:off x="231175" y="173400"/>
            <a:ext cx="8681700" cy="4796700"/>
          </a:xfrm>
          <a:prstGeom prst="roundRect">
            <a:avLst>
              <a:gd name="adj" fmla="val 5204"/>
            </a:avLst>
          </a:prstGeom>
          <a:solidFill>
            <a:schemeClr val="accent5"/>
          </a:solidFill>
          <a:ln>
            <a:noFill/>
          </a:ln>
          <a:effectLst>
            <a:outerShdw dist="38100" dir="2400000" algn="bl" rotWithShape="0">
              <a:schemeClr val="l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7" name="Google Shape;267;p21"/>
          <p:cNvGrpSpPr/>
          <p:nvPr/>
        </p:nvGrpSpPr>
        <p:grpSpPr>
          <a:xfrm>
            <a:off x="713225" y="321100"/>
            <a:ext cx="7710700" cy="218400"/>
            <a:chOff x="713225" y="4575325"/>
            <a:chExt cx="7710700" cy="218400"/>
          </a:xfrm>
        </p:grpSpPr>
        <p:grpSp>
          <p:nvGrpSpPr>
            <p:cNvPr id="268" name="Google Shape;268;p21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269" name="Google Shape;269;p21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1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1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" name="Google Shape;272;p21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273" name="Google Shape;273;p21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1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>
            <a:spLocks noGrp="1"/>
          </p:cNvSpPr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llota Text"/>
              <a:buChar char="●"/>
              <a:defRPr sz="1200" b="1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llota Text"/>
              <a:buChar char="○"/>
              <a:defRPr sz="1200" b="1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llota Text"/>
              <a:buChar char="■"/>
              <a:defRPr sz="1200" b="1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llota Text"/>
              <a:buChar char="●"/>
              <a:defRPr sz="1200" b="1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llota Text"/>
              <a:buChar char="○"/>
              <a:defRPr sz="1200" b="1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llota Text"/>
              <a:buChar char="■"/>
              <a:defRPr sz="1200" b="1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llota Text"/>
              <a:buChar char="●"/>
              <a:defRPr sz="1200" b="1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llota Text"/>
              <a:buChar char="○"/>
              <a:defRPr sz="1200" b="1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ellota Text"/>
              <a:buChar char="■"/>
              <a:defRPr sz="1200" b="1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77" name="Google Shape;277;p2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ogo for a restaurant&#10;&#10;AI-generated content may be incorrect.">
            <a:extLst>
              <a:ext uri="{FF2B5EF4-FFF2-40B4-BE49-F238E27FC236}">
                <a16:creationId xmlns:a16="http://schemas.microsoft.com/office/drawing/2014/main" id="{8A7389C5-9406-1D80-7677-1208DC55C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43" y="336174"/>
            <a:ext cx="4161760" cy="41558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44EAD0-0D2A-8FB4-0D46-2D167AB28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17" y="2409461"/>
            <a:ext cx="2638455" cy="1306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Tim: TG 7.3</a:t>
            </a:r>
            <a:b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</a:br>
            <a:r>
              <a:rPr lang="en-US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Ak. god. 2025./2026</a:t>
            </a:r>
            <a:r>
              <a:rPr lang="en-US" dirty="0">
                <a:solidFill>
                  <a:srgbClr val="0E733B"/>
                </a:solidFill>
                <a:latin typeface="Calibri"/>
                <a:ea typeface="Calibri"/>
                <a:cs typeface="Calibri"/>
              </a:rPr>
              <a:t>.</a:t>
            </a:r>
            <a:br>
              <a:rPr lang="en-US" dirty="0">
                <a:solidFill>
                  <a:srgbClr val="0E733B"/>
                </a:solidFill>
                <a:latin typeface="Calibri"/>
                <a:ea typeface="Calibri"/>
                <a:cs typeface="Calibri"/>
              </a:rPr>
            </a:b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27"/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420" name="Google Shape;420;p27"/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421" name="Google Shape;421;p27"/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7">
                <a:hlinkClick r:id="" action="ppaction://hlinkshowjump?jump=previousslide"/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7">
                <a:hlinkClick r:id="" action="ppaction://hlinkshowjump?jump=nextslide"/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4" name="Google Shape;424;p27"/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425" name="Google Shape;425;p27"/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7">
                <a:hlinkClick r:id="" action="ppaction://hlinkshowjump?jump=firstslide"/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7" name="Google Shape;427;p27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Sadržaj</a:t>
            </a:r>
            <a:endParaRPr lang="en-US" dirty="0" err="1"/>
          </a:p>
        </p:txBody>
      </p:sp>
      <p:sp>
        <p:nvSpPr>
          <p:cNvPr id="428" name="Google Shape;428;p27"/>
          <p:cNvSpPr txBox="1">
            <a:spLocks noGrp="1"/>
          </p:cNvSpPr>
          <p:nvPr>
            <p:ph type="title" idx="2"/>
          </p:nvPr>
        </p:nvSpPr>
        <p:spPr>
          <a:xfrm>
            <a:off x="880066" y="140543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29" name="Google Shape;429;p27"/>
          <p:cNvSpPr txBox="1">
            <a:spLocks noGrp="1"/>
          </p:cNvSpPr>
          <p:nvPr>
            <p:ph type="title" idx="3"/>
          </p:nvPr>
        </p:nvSpPr>
        <p:spPr>
          <a:xfrm>
            <a:off x="7479105" y="1392827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30" name="Google Shape;430;p27"/>
          <p:cNvSpPr txBox="1">
            <a:spLocks noGrp="1"/>
          </p:cNvSpPr>
          <p:nvPr>
            <p:ph type="title" idx="4"/>
          </p:nvPr>
        </p:nvSpPr>
        <p:spPr>
          <a:xfrm>
            <a:off x="3034861" y="140543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32" name="Google Shape;432;p27"/>
          <p:cNvSpPr txBox="1">
            <a:spLocks noGrp="1"/>
          </p:cNvSpPr>
          <p:nvPr>
            <p:ph type="title" idx="6"/>
          </p:nvPr>
        </p:nvSpPr>
        <p:spPr>
          <a:xfrm>
            <a:off x="5252114" y="140543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34" name="Google Shape;434;p27"/>
          <p:cNvSpPr txBox="1">
            <a:spLocks noGrp="1"/>
          </p:cNvSpPr>
          <p:nvPr>
            <p:ph type="subTitle" idx="1"/>
          </p:nvPr>
        </p:nvSpPr>
        <p:spPr>
          <a:xfrm>
            <a:off x="94666" y="198942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 err="1"/>
              <a:t>Članovi</a:t>
            </a:r>
            <a:r>
              <a:rPr lang="en" dirty="0"/>
              <a:t> </a:t>
            </a:r>
            <a:r>
              <a:rPr lang="en" dirty="0" err="1"/>
              <a:t>tima</a:t>
            </a:r>
          </a:p>
        </p:txBody>
      </p:sp>
      <p:sp>
        <p:nvSpPr>
          <p:cNvPr id="435" name="Google Shape;435;p27"/>
          <p:cNvSpPr txBox="1">
            <a:spLocks noGrp="1"/>
          </p:cNvSpPr>
          <p:nvPr>
            <p:ph type="subTitle" idx="8"/>
          </p:nvPr>
        </p:nvSpPr>
        <p:spPr>
          <a:xfrm>
            <a:off x="2249461" y="198942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 err="1"/>
              <a:t>Opis</a:t>
            </a:r>
            <a:r>
              <a:rPr lang="en" dirty="0"/>
              <a:t> </a:t>
            </a:r>
            <a:r>
              <a:rPr lang="en" dirty="0" err="1"/>
              <a:t>projekta</a:t>
            </a:r>
          </a:p>
        </p:txBody>
      </p:sp>
      <p:sp>
        <p:nvSpPr>
          <p:cNvPr id="436" name="Google Shape;436;p27"/>
          <p:cNvSpPr txBox="1">
            <a:spLocks noGrp="1"/>
          </p:cNvSpPr>
          <p:nvPr>
            <p:ph type="subTitle" idx="9"/>
          </p:nvPr>
        </p:nvSpPr>
        <p:spPr>
          <a:xfrm>
            <a:off x="4466764" y="198942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 err="1"/>
              <a:t>Pregled</a:t>
            </a:r>
            <a:r>
              <a:rPr lang="en" dirty="0"/>
              <a:t> </a:t>
            </a:r>
            <a:r>
              <a:rPr lang="en" dirty="0" err="1"/>
              <a:t>zahtjeva</a:t>
            </a:r>
          </a:p>
        </p:txBody>
      </p:sp>
      <p:sp>
        <p:nvSpPr>
          <p:cNvPr id="437" name="Google Shape;437;p27"/>
          <p:cNvSpPr txBox="1">
            <a:spLocks noGrp="1"/>
          </p:cNvSpPr>
          <p:nvPr>
            <p:ph type="subTitle" idx="13"/>
          </p:nvPr>
        </p:nvSpPr>
        <p:spPr>
          <a:xfrm>
            <a:off x="6693705" y="1976886"/>
            <a:ext cx="23055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 err="1"/>
              <a:t>Arhitektura</a:t>
            </a:r>
            <a:r>
              <a:rPr lang="en" dirty="0"/>
              <a:t> </a:t>
            </a:r>
            <a:r>
              <a:rPr lang="en" dirty="0" err="1"/>
              <a:t>sustava</a:t>
            </a:r>
            <a:endParaRPr dirty="0" err="1"/>
          </a:p>
        </p:txBody>
      </p:sp>
      <p:cxnSp>
        <p:nvCxnSpPr>
          <p:cNvPr id="440" name="Google Shape;440;p27"/>
          <p:cNvCxnSpPr/>
          <p:nvPr/>
        </p:nvCxnSpPr>
        <p:spPr>
          <a:xfrm>
            <a:off x="523666" y="1960200"/>
            <a:ext cx="14475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1" name="Google Shape;441;p27"/>
          <p:cNvCxnSpPr/>
          <p:nvPr/>
        </p:nvCxnSpPr>
        <p:spPr>
          <a:xfrm>
            <a:off x="2678436" y="1960200"/>
            <a:ext cx="14475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27"/>
          <p:cNvCxnSpPr/>
          <p:nvPr/>
        </p:nvCxnSpPr>
        <p:spPr>
          <a:xfrm>
            <a:off x="4895714" y="1960200"/>
            <a:ext cx="14475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27"/>
          <p:cNvCxnSpPr/>
          <p:nvPr/>
        </p:nvCxnSpPr>
        <p:spPr>
          <a:xfrm>
            <a:off x="7122705" y="1951936"/>
            <a:ext cx="14475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Google Shape;428;p27">
            <a:extLst>
              <a:ext uri="{FF2B5EF4-FFF2-40B4-BE49-F238E27FC236}">
                <a16:creationId xmlns:a16="http://schemas.microsoft.com/office/drawing/2014/main" id="{96313C01-D95B-E7CF-2650-6A1AF0D97EA5}"/>
              </a:ext>
            </a:extLst>
          </p:cNvPr>
          <p:cNvSpPr txBox="1">
            <a:spLocks/>
          </p:cNvSpPr>
          <p:nvPr/>
        </p:nvSpPr>
        <p:spPr>
          <a:xfrm>
            <a:off x="880661" y="297765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35" name="Google Shape;429;p27">
            <a:extLst>
              <a:ext uri="{FF2B5EF4-FFF2-40B4-BE49-F238E27FC236}">
                <a16:creationId xmlns:a16="http://schemas.microsoft.com/office/drawing/2014/main" id="{90A0C010-56CB-EEE3-25BF-3A979300C5E9}"/>
              </a:ext>
            </a:extLst>
          </p:cNvPr>
          <p:cNvSpPr txBox="1">
            <a:spLocks/>
          </p:cNvSpPr>
          <p:nvPr/>
        </p:nvSpPr>
        <p:spPr>
          <a:xfrm>
            <a:off x="7479700" y="2965047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>
            <a:r>
              <a:rPr lang="en" dirty="0"/>
              <a:t>08</a:t>
            </a:r>
          </a:p>
        </p:txBody>
      </p:sp>
      <p:sp>
        <p:nvSpPr>
          <p:cNvPr id="37" name="Google Shape;430;p27">
            <a:extLst>
              <a:ext uri="{FF2B5EF4-FFF2-40B4-BE49-F238E27FC236}">
                <a16:creationId xmlns:a16="http://schemas.microsoft.com/office/drawing/2014/main" id="{6B10D09F-3802-FE80-0504-E2842588CEB4}"/>
              </a:ext>
            </a:extLst>
          </p:cNvPr>
          <p:cNvSpPr txBox="1">
            <a:spLocks/>
          </p:cNvSpPr>
          <p:nvPr/>
        </p:nvSpPr>
        <p:spPr>
          <a:xfrm>
            <a:off x="3035456" y="297765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39" name="Google Shape;432;p27">
            <a:extLst>
              <a:ext uri="{FF2B5EF4-FFF2-40B4-BE49-F238E27FC236}">
                <a16:creationId xmlns:a16="http://schemas.microsoft.com/office/drawing/2014/main" id="{7373668B-FBC2-BA5E-6F98-19F2D22AD7D1}"/>
              </a:ext>
            </a:extLst>
          </p:cNvPr>
          <p:cNvSpPr txBox="1">
            <a:spLocks/>
          </p:cNvSpPr>
          <p:nvPr/>
        </p:nvSpPr>
        <p:spPr>
          <a:xfrm>
            <a:off x="5252709" y="2977653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>
            <a:r>
              <a:rPr lang="en" dirty="0"/>
              <a:t>07</a:t>
            </a:r>
          </a:p>
        </p:txBody>
      </p:sp>
      <p:sp>
        <p:nvSpPr>
          <p:cNvPr id="41" name="Google Shape;434;p27">
            <a:extLst>
              <a:ext uri="{FF2B5EF4-FFF2-40B4-BE49-F238E27FC236}">
                <a16:creationId xmlns:a16="http://schemas.microsoft.com/office/drawing/2014/main" id="{181DF153-840F-035E-7FE0-3CBCF1870798}"/>
              </a:ext>
            </a:extLst>
          </p:cNvPr>
          <p:cNvSpPr txBox="1">
            <a:spLocks/>
          </p:cNvSpPr>
          <p:nvPr/>
        </p:nvSpPr>
        <p:spPr>
          <a:xfrm>
            <a:off x="95261" y="3561645"/>
            <a:ext cx="23055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en" dirty="0" err="1"/>
              <a:t>Ispitivanje</a:t>
            </a:r>
          </a:p>
        </p:txBody>
      </p:sp>
      <p:sp>
        <p:nvSpPr>
          <p:cNvPr id="43" name="Google Shape;435;p27">
            <a:extLst>
              <a:ext uri="{FF2B5EF4-FFF2-40B4-BE49-F238E27FC236}">
                <a16:creationId xmlns:a16="http://schemas.microsoft.com/office/drawing/2014/main" id="{A0BF334B-862B-E056-B84F-4C77C13F9899}"/>
              </a:ext>
            </a:extLst>
          </p:cNvPr>
          <p:cNvSpPr txBox="1">
            <a:spLocks/>
          </p:cNvSpPr>
          <p:nvPr/>
        </p:nvSpPr>
        <p:spPr>
          <a:xfrm>
            <a:off x="2250056" y="3561645"/>
            <a:ext cx="23055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en" dirty="0" err="1"/>
              <a:t>Korišteni</a:t>
            </a:r>
            <a:r>
              <a:rPr lang="en" dirty="0"/>
              <a:t> </a:t>
            </a:r>
            <a:r>
              <a:rPr lang="en" dirty="0" err="1"/>
              <a:t>alati</a:t>
            </a:r>
            <a:r>
              <a:rPr lang="en" dirty="0"/>
              <a:t> </a:t>
            </a:r>
            <a:r>
              <a:rPr lang="en" dirty="0" err="1"/>
              <a:t>i</a:t>
            </a:r>
            <a:r>
              <a:rPr lang="en" dirty="0"/>
              <a:t> </a:t>
            </a:r>
            <a:r>
              <a:rPr lang="en" dirty="0" err="1"/>
              <a:t>tehnologije</a:t>
            </a:r>
          </a:p>
        </p:txBody>
      </p:sp>
      <p:sp>
        <p:nvSpPr>
          <p:cNvPr id="45" name="Google Shape;436;p27">
            <a:extLst>
              <a:ext uri="{FF2B5EF4-FFF2-40B4-BE49-F238E27FC236}">
                <a16:creationId xmlns:a16="http://schemas.microsoft.com/office/drawing/2014/main" id="{F9F2A650-C1C5-CD11-008C-81041245DD39}"/>
              </a:ext>
            </a:extLst>
          </p:cNvPr>
          <p:cNvSpPr txBox="1">
            <a:spLocks/>
          </p:cNvSpPr>
          <p:nvPr/>
        </p:nvSpPr>
        <p:spPr>
          <a:xfrm>
            <a:off x="4467359" y="3561645"/>
            <a:ext cx="23055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en" dirty="0" err="1"/>
              <a:t>Organizacija</a:t>
            </a:r>
            <a:r>
              <a:rPr lang="en" dirty="0"/>
              <a:t> rada</a:t>
            </a:r>
          </a:p>
        </p:txBody>
      </p:sp>
      <p:sp>
        <p:nvSpPr>
          <p:cNvPr id="47" name="Google Shape;437;p27">
            <a:extLst>
              <a:ext uri="{FF2B5EF4-FFF2-40B4-BE49-F238E27FC236}">
                <a16:creationId xmlns:a16="http://schemas.microsoft.com/office/drawing/2014/main" id="{FE9A0D2F-F5C5-FF77-E211-1685E3CE7065}"/>
              </a:ext>
            </a:extLst>
          </p:cNvPr>
          <p:cNvSpPr txBox="1">
            <a:spLocks/>
          </p:cNvSpPr>
          <p:nvPr/>
        </p:nvSpPr>
        <p:spPr>
          <a:xfrm>
            <a:off x="6694300" y="3549106"/>
            <a:ext cx="23055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en-US" dirty="0" err="1"/>
              <a:t>Zaključak</a:t>
            </a:r>
          </a:p>
        </p:txBody>
      </p:sp>
      <p:cxnSp>
        <p:nvCxnSpPr>
          <p:cNvPr id="48" name="Google Shape;440;p27">
            <a:extLst>
              <a:ext uri="{FF2B5EF4-FFF2-40B4-BE49-F238E27FC236}">
                <a16:creationId xmlns:a16="http://schemas.microsoft.com/office/drawing/2014/main" id="{A7B45C16-B3BB-1850-7067-B5C3303837BB}"/>
              </a:ext>
            </a:extLst>
          </p:cNvPr>
          <p:cNvCxnSpPr>
            <a:cxnSpLocks/>
          </p:cNvCxnSpPr>
          <p:nvPr/>
        </p:nvCxnSpPr>
        <p:spPr>
          <a:xfrm>
            <a:off x="514735" y="3522894"/>
            <a:ext cx="14475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" name="Google Shape;441;p27">
            <a:extLst>
              <a:ext uri="{FF2B5EF4-FFF2-40B4-BE49-F238E27FC236}">
                <a16:creationId xmlns:a16="http://schemas.microsoft.com/office/drawing/2014/main" id="{ABF1CFAD-9DF0-C7B4-7C4A-FE2EF343EE5D}"/>
              </a:ext>
            </a:extLst>
          </p:cNvPr>
          <p:cNvCxnSpPr>
            <a:cxnSpLocks/>
          </p:cNvCxnSpPr>
          <p:nvPr/>
        </p:nvCxnSpPr>
        <p:spPr>
          <a:xfrm>
            <a:off x="2669506" y="3522894"/>
            <a:ext cx="14475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" name="Google Shape;442;p27">
            <a:extLst>
              <a:ext uri="{FF2B5EF4-FFF2-40B4-BE49-F238E27FC236}">
                <a16:creationId xmlns:a16="http://schemas.microsoft.com/office/drawing/2014/main" id="{72C42440-B205-23B5-BCBE-4C7C9C00E978}"/>
              </a:ext>
            </a:extLst>
          </p:cNvPr>
          <p:cNvCxnSpPr>
            <a:cxnSpLocks/>
          </p:cNvCxnSpPr>
          <p:nvPr/>
        </p:nvCxnSpPr>
        <p:spPr>
          <a:xfrm>
            <a:off x="4886783" y="3522894"/>
            <a:ext cx="14475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443;p27">
            <a:extLst>
              <a:ext uri="{FF2B5EF4-FFF2-40B4-BE49-F238E27FC236}">
                <a16:creationId xmlns:a16="http://schemas.microsoft.com/office/drawing/2014/main" id="{98C9B21D-14B6-50A6-C614-E607ECBB6CCD}"/>
              </a:ext>
            </a:extLst>
          </p:cNvPr>
          <p:cNvCxnSpPr>
            <a:cxnSpLocks/>
          </p:cNvCxnSpPr>
          <p:nvPr/>
        </p:nvCxnSpPr>
        <p:spPr>
          <a:xfrm>
            <a:off x="7113775" y="3514631"/>
            <a:ext cx="14475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>
          <a:extLst>
            <a:ext uri="{FF2B5EF4-FFF2-40B4-BE49-F238E27FC236}">
              <a16:creationId xmlns:a16="http://schemas.microsoft.com/office/drawing/2014/main" id="{6F712CDB-0900-0091-66E5-C3C6917BA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5C62AD16-D89F-0AA4-12D3-21E7362AEE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" sz="2800" dirty="0" err="1"/>
              <a:t>Članovi</a:t>
            </a:r>
            <a:r>
              <a:rPr lang="en" sz="2800" dirty="0"/>
              <a:t> </a:t>
            </a:r>
            <a:r>
              <a:rPr lang="en" sz="2800" dirty="0" err="1"/>
              <a:t>tima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6A1306-ABDD-12B6-5ECD-0B5241008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247385"/>
              </p:ext>
            </p:extLst>
          </p:nvPr>
        </p:nvGraphicFramePr>
        <p:xfrm>
          <a:off x="713225" y="1437212"/>
          <a:ext cx="7717501" cy="2958837"/>
        </p:xfrm>
        <a:graphic>
          <a:graphicData uri="http://schemas.openxmlformats.org/drawingml/2006/table">
            <a:tbl>
              <a:tblPr firstRow="1" bandRow="1">
                <a:noFill/>
                <a:tableStyleId>{57EB242C-26CD-414B-9D65-A5A690DE4154}</a:tableStyleId>
              </a:tblPr>
              <a:tblGrid>
                <a:gridCol w="3082439">
                  <a:extLst>
                    <a:ext uri="{9D8B030D-6E8A-4147-A177-3AD203B41FA5}">
                      <a16:colId xmlns:a16="http://schemas.microsoft.com/office/drawing/2014/main" val="3035972181"/>
                    </a:ext>
                  </a:extLst>
                </a:gridCol>
                <a:gridCol w="4635062">
                  <a:extLst>
                    <a:ext uri="{9D8B030D-6E8A-4147-A177-3AD203B41FA5}">
                      <a16:colId xmlns:a16="http://schemas.microsoft.com/office/drawing/2014/main" val="1205852533"/>
                    </a:ext>
                  </a:extLst>
                </a:gridCol>
              </a:tblGrid>
              <a:tr h="4486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err="1">
                          <a:solidFill>
                            <a:schemeClr val="tx1"/>
                          </a:solidFill>
                        </a:rPr>
                        <a:t>Član</a:t>
                      </a: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err="1">
                          <a:solidFill>
                            <a:schemeClr val="tx1"/>
                          </a:solidFill>
                        </a:rPr>
                        <a:t>tima</a:t>
                      </a:r>
                    </a:p>
                  </a:txBody>
                  <a:tcPr marL="165373" marR="124030" marT="82686" marB="826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E73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err="1">
                          <a:solidFill>
                            <a:schemeClr val="tx1"/>
                          </a:solidFill>
                        </a:rPr>
                        <a:t>Uloga</a:t>
                      </a: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err="1">
                          <a:solidFill>
                            <a:schemeClr val="tx1"/>
                          </a:solidFill>
                        </a:rPr>
                        <a:t>na</a:t>
                      </a:r>
                      <a:r>
                        <a:rPr lang="en-US" sz="1600" b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err="1">
                          <a:solidFill>
                            <a:schemeClr val="tx1"/>
                          </a:solidFill>
                        </a:rPr>
                        <a:t>projektu</a:t>
                      </a:r>
                    </a:p>
                  </a:txBody>
                  <a:tcPr marL="165373" marR="124030" marT="82686" marB="826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E733B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049498"/>
                  </a:ext>
                </a:extLst>
              </a:tr>
              <a:tr h="3665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Lorena </a:t>
                      </a:r>
                      <a:r>
                        <a:rPr lang="en-US" sz="1300" err="1"/>
                        <a:t>Hrman</a:t>
                      </a:r>
                      <a:endParaRPr lang="en-US" sz="1300"/>
                    </a:p>
                  </a:txBody>
                  <a:tcPr marL="83304" marR="83304" marT="41652" marB="41652">
                    <a:lnT w="12700" cap="flat" cmpd="sng" algn="ctr">
                      <a:solidFill>
                        <a:srgbClr val="0E7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err="1"/>
                        <a:t>Koordinator</a:t>
                      </a:r>
                      <a:r>
                        <a:rPr lang="en-US" sz="1300"/>
                        <a:t>, </a:t>
                      </a:r>
                      <a:r>
                        <a:rPr lang="en-US" sz="1300" err="1"/>
                        <a:t>dokumentacija</a:t>
                      </a:r>
                      <a:r>
                        <a:rPr lang="en-US" sz="1300"/>
                        <a:t> </a:t>
                      </a:r>
                      <a:r>
                        <a:rPr lang="en-US" sz="1300" err="1"/>
                        <a:t>i</a:t>
                      </a:r>
                      <a:r>
                        <a:rPr lang="en-US" sz="1300"/>
                        <a:t> </a:t>
                      </a:r>
                      <a:r>
                        <a:rPr lang="en-US" sz="1300" err="1"/>
                        <a:t>baza</a:t>
                      </a:r>
                      <a:r>
                        <a:rPr lang="en-US" sz="1300"/>
                        <a:t> </a:t>
                      </a:r>
                      <a:r>
                        <a:rPr lang="en-US" sz="1300" err="1"/>
                        <a:t>podataka</a:t>
                      </a:r>
                      <a:endParaRPr lang="en-US" sz="1300"/>
                    </a:p>
                  </a:txBody>
                  <a:tcPr marL="83304" marR="83304" marT="41652" marB="41652">
                    <a:lnT w="12700" cap="flat" cmpd="sng" algn="ctr">
                      <a:solidFill>
                        <a:srgbClr val="0E7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092682"/>
                  </a:ext>
                </a:extLst>
              </a:tr>
              <a:tr h="3665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Vida Crnjak</a:t>
                      </a:r>
                    </a:p>
                  </a:txBody>
                  <a:tcPr marL="83304" marR="83304" marT="41652" marB="41652"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Frontend</a:t>
                      </a:r>
                    </a:p>
                  </a:txBody>
                  <a:tcPr marL="83304" marR="83304" marT="41652" marB="41652"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933471"/>
                  </a:ext>
                </a:extLst>
              </a:tr>
              <a:tr h="3665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Josip </a:t>
                      </a:r>
                      <a:r>
                        <a:rPr lang="en-US" sz="1300" b="0" i="0" u="none" strike="noStrike" noProof="0" err="1">
                          <a:solidFill>
                            <a:srgbClr val="000000"/>
                          </a:solidFill>
                          <a:latin typeface="Arial"/>
                        </a:rPr>
                        <a:t>Ćulum</a:t>
                      </a:r>
                      <a:endParaRPr lang="en-US" sz="1300"/>
                    </a:p>
                  </a:txBody>
                  <a:tcPr marL="83304" marR="83304" marT="41652" marB="41652"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Backend</a:t>
                      </a:r>
                    </a:p>
                  </a:txBody>
                  <a:tcPr marL="83304" marR="83304" marT="41652" marB="41652"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88033"/>
                  </a:ext>
                </a:extLst>
              </a:tr>
              <a:tr h="3665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Patrik Erceg</a:t>
                      </a:r>
                    </a:p>
                  </a:txBody>
                  <a:tcPr marL="83304" marR="83304" marT="41652" marB="41652"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Backend</a:t>
                      </a:r>
                    </a:p>
                  </a:txBody>
                  <a:tcPr marL="83304" marR="83304" marT="41652" marB="41652"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976017"/>
                  </a:ext>
                </a:extLst>
              </a:tr>
              <a:tr h="3665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Dunja Jakovac</a:t>
                      </a:r>
                    </a:p>
                  </a:txBody>
                  <a:tcPr marL="83304" marR="83304" marT="41652" marB="41652"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Frontend</a:t>
                      </a:r>
                    </a:p>
                  </a:txBody>
                  <a:tcPr marL="83304" marR="83304" marT="41652" marB="41652"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09413"/>
                  </a:ext>
                </a:extLst>
              </a:tr>
              <a:tr h="31100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Vida </a:t>
                      </a: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</a:rPr>
                        <a:t>Šimunović</a:t>
                      </a:r>
                      <a:endParaRPr lang="en-US" sz="1300"/>
                    </a:p>
                  </a:txBody>
                  <a:tcPr marL="83304" marR="83304" marT="41652" marB="41652"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Frontend, </a:t>
                      </a:r>
                      <a:r>
                        <a:rPr lang="en-US" sz="1300" b="0" i="0" u="none" strike="noStrike" noProof="0" err="1">
                          <a:solidFill>
                            <a:srgbClr val="000000"/>
                          </a:solidFill>
                          <a:latin typeface="Arial"/>
                        </a:rPr>
                        <a:t>dokumentacija</a:t>
                      </a:r>
                      <a:endParaRPr lang="en-US" sz="1300"/>
                    </a:p>
                  </a:txBody>
                  <a:tcPr marL="83304" marR="83304" marT="41652" marB="41652"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104640"/>
                  </a:ext>
                </a:extLst>
              </a:tr>
              <a:tr h="3665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Ivor Turkalj</a:t>
                      </a:r>
                    </a:p>
                  </a:txBody>
                  <a:tcPr marL="83304" marR="83304" marT="41652" marB="41652"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/>
                        <a:t>Backend</a:t>
                      </a:r>
                    </a:p>
                  </a:txBody>
                  <a:tcPr marL="83304" marR="83304" marT="41652" marB="41652"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180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005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782920" y="631932"/>
            <a:ext cx="405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Opis</a:t>
            </a:r>
            <a:r>
              <a:rPr lang="en" dirty="0"/>
              <a:t> </a:t>
            </a:r>
            <a:r>
              <a:rPr lang="en" dirty="0" err="1"/>
              <a:t>projekta</a:t>
            </a:r>
          </a:p>
        </p:txBody>
      </p:sp>
      <p:sp>
        <p:nvSpPr>
          <p:cNvPr id="472" name="Google Shape;472;p28"/>
          <p:cNvSpPr txBox="1">
            <a:spLocks noGrp="1"/>
          </p:cNvSpPr>
          <p:nvPr>
            <p:ph type="subTitle" idx="1"/>
          </p:nvPr>
        </p:nvSpPr>
        <p:spPr>
          <a:xfrm>
            <a:off x="782920" y="1286322"/>
            <a:ext cx="7930748" cy="33716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Courier New"/>
              <a:buChar char="o"/>
            </a:pPr>
            <a:r>
              <a:rPr lang="en" sz="1800" b="0" dirty="0">
                <a:latin typeface="Arial"/>
              </a:rPr>
              <a:t>Web-</a:t>
            </a:r>
            <a:r>
              <a:rPr lang="en" sz="1800" b="0" err="1">
                <a:latin typeface="Arial"/>
              </a:rPr>
              <a:t>platforma</a:t>
            </a:r>
            <a:r>
              <a:rPr lang="en" sz="1800" b="0" dirty="0">
                <a:latin typeface="Arial"/>
              </a:rPr>
              <a:t> za </a:t>
            </a:r>
            <a:r>
              <a:rPr lang="en" sz="1800" b="0" err="1">
                <a:latin typeface="Arial"/>
              </a:rPr>
              <a:t>studente</a:t>
            </a:r>
            <a:r>
              <a:rPr lang="en" sz="1800" b="0" dirty="0">
                <a:latin typeface="Arial"/>
              </a:rPr>
              <a:t> s </a:t>
            </a:r>
            <a:r>
              <a:rPr lang="en" sz="1800" b="0" err="1">
                <a:latin typeface="Arial"/>
              </a:rPr>
              <a:t>ograničenim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budžetom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i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ograničenim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uvjetima</a:t>
            </a:r>
            <a:r>
              <a:rPr lang="en" sz="1800" b="0" dirty="0">
                <a:latin typeface="Arial"/>
              </a:rPr>
              <a:t> za </a:t>
            </a:r>
            <a:r>
              <a:rPr lang="en" sz="1800" b="0" err="1">
                <a:latin typeface="Arial"/>
              </a:rPr>
              <a:t>pripremu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prehrane</a:t>
            </a:r>
            <a:r>
              <a:rPr lang="en" sz="1800" b="0" dirty="0">
                <a:latin typeface="Arial"/>
              </a:rPr>
              <a:t>.</a:t>
            </a:r>
          </a:p>
          <a:p>
            <a:pPr>
              <a:buFont typeface="Courier New"/>
              <a:buChar char="o"/>
            </a:pPr>
            <a:r>
              <a:rPr lang="en" sz="1800" b="0" err="1">
                <a:latin typeface="Arial"/>
              </a:rPr>
              <a:t>Brzi</a:t>
            </a:r>
            <a:r>
              <a:rPr lang="en" sz="1800" b="0" dirty="0">
                <a:latin typeface="Arial"/>
              </a:rPr>
              <a:t>, </a:t>
            </a:r>
            <a:r>
              <a:rPr lang="en" sz="1800" b="0" err="1">
                <a:latin typeface="Arial"/>
              </a:rPr>
              <a:t>zdravi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i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povoljni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recepti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prilagođeni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uvjetima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korisnika</a:t>
            </a:r>
            <a:r>
              <a:rPr lang="en" sz="1800" b="0" dirty="0">
                <a:latin typeface="Arial"/>
              </a:rPr>
              <a:t>.</a:t>
            </a:r>
            <a:endParaRPr sz="1800" b="0">
              <a:latin typeface="Arial"/>
            </a:endParaRPr>
          </a:p>
          <a:p>
            <a:pPr>
              <a:buFont typeface="Courier New"/>
              <a:buChar char="o"/>
            </a:pPr>
            <a:r>
              <a:rPr lang="en" sz="1800" b="0" dirty="0">
                <a:latin typeface="Arial"/>
              </a:rPr>
              <a:t>Personalizirani </a:t>
            </a:r>
            <a:r>
              <a:rPr lang="en" sz="1800" b="0" err="1">
                <a:latin typeface="Arial"/>
              </a:rPr>
              <a:t>tjedni</a:t>
            </a:r>
            <a:r>
              <a:rPr lang="en" sz="1800" b="0" dirty="0">
                <a:latin typeface="Arial"/>
              </a:rPr>
              <a:t> plan </a:t>
            </a:r>
            <a:r>
              <a:rPr lang="en" sz="1800" b="0" err="1">
                <a:latin typeface="Arial"/>
              </a:rPr>
              <a:t>prehrane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na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osnovu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ispunjenog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upitnika</a:t>
            </a:r>
            <a:r>
              <a:rPr lang="en" sz="1800" b="0" dirty="0">
                <a:latin typeface="Arial"/>
              </a:rPr>
              <a:t>.</a:t>
            </a:r>
          </a:p>
          <a:p>
            <a:pPr>
              <a:buFont typeface="Courier New"/>
              <a:buChar char="o"/>
            </a:pPr>
            <a:r>
              <a:rPr lang="en" sz="1800" b="0" err="1">
                <a:latin typeface="Arial"/>
              </a:rPr>
              <a:t>Filteri</a:t>
            </a:r>
            <a:r>
              <a:rPr lang="en" sz="1800" b="0" dirty="0">
                <a:latin typeface="Arial"/>
              </a:rPr>
              <a:t> po </a:t>
            </a:r>
            <a:r>
              <a:rPr lang="en" sz="1800" b="0" err="1">
                <a:latin typeface="Arial"/>
              </a:rPr>
              <a:t>cijeni</a:t>
            </a:r>
            <a:r>
              <a:rPr lang="en" sz="1800" b="0" dirty="0">
                <a:latin typeface="Arial"/>
              </a:rPr>
              <a:t>, </a:t>
            </a:r>
            <a:r>
              <a:rPr lang="en" sz="1800" b="0" err="1">
                <a:latin typeface="Arial"/>
              </a:rPr>
              <a:t>opremi</a:t>
            </a:r>
            <a:r>
              <a:rPr lang="en" sz="1800" b="0" dirty="0">
                <a:latin typeface="Arial"/>
              </a:rPr>
              <a:t>, </a:t>
            </a:r>
            <a:r>
              <a:rPr lang="en" sz="1800" b="0" err="1">
                <a:latin typeface="Arial"/>
              </a:rPr>
              <a:t>vremenu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i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sastojcima</a:t>
            </a:r>
            <a:r>
              <a:rPr lang="en" sz="1800" b="0" dirty="0">
                <a:latin typeface="Arial"/>
              </a:rPr>
              <a:t>.</a:t>
            </a:r>
          </a:p>
          <a:p>
            <a:pPr>
              <a:buFont typeface="Courier New"/>
              <a:buChar char="o"/>
            </a:pPr>
            <a:r>
              <a:rPr lang="en" sz="1800" b="0" err="1">
                <a:latin typeface="Arial"/>
              </a:rPr>
              <a:t>Detaljne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upute</a:t>
            </a:r>
            <a:r>
              <a:rPr lang="en" sz="1800" b="0" dirty="0">
                <a:latin typeface="Arial"/>
              </a:rPr>
              <a:t> za </a:t>
            </a:r>
            <a:r>
              <a:rPr lang="en" sz="1800" b="0" err="1">
                <a:latin typeface="Arial"/>
              </a:rPr>
              <a:t>pripremu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recepta</a:t>
            </a:r>
            <a:r>
              <a:rPr lang="en" sz="1800" b="0" dirty="0">
                <a:latin typeface="Arial"/>
              </a:rPr>
              <a:t> </a:t>
            </a:r>
            <a:r>
              <a:rPr lang="en" sz="1800" b="0" err="1">
                <a:latin typeface="Arial"/>
              </a:rPr>
              <a:t>i</a:t>
            </a:r>
            <a:r>
              <a:rPr lang="en" sz="1800" b="0" dirty="0">
                <a:latin typeface="Arial"/>
              </a:rPr>
              <a:t> Food Mood Journal </a:t>
            </a:r>
            <a:r>
              <a:rPr lang="en" sz="1800" b="0" err="1">
                <a:latin typeface="Arial"/>
              </a:rPr>
              <a:t>nakon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obroka</a:t>
            </a:r>
            <a:r>
              <a:rPr lang="en" sz="1800" b="0" dirty="0">
                <a:latin typeface="Arial"/>
              </a:rPr>
              <a:t>.</a:t>
            </a:r>
          </a:p>
          <a:p>
            <a:pPr>
              <a:buFont typeface="Courier New"/>
              <a:buChar char="o"/>
            </a:pPr>
            <a:r>
              <a:rPr lang="en" sz="1800" b="0" err="1">
                <a:latin typeface="Arial"/>
              </a:rPr>
              <a:t>BudgetBite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objedinjuje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planiranje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obroka</a:t>
            </a:r>
            <a:r>
              <a:rPr lang="en" sz="1800" b="0" dirty="0">
                <a:latin typeface="Arial"/>
              </a:rPr>
              <a:t>, </a:t>
            </a:r>
            <a:r>
              <a:rPr lang="en" sz="1800" b="0" err="1">
                <a:latin typeface="Arial"/>
              </a:rPr>
              <a:t>recepte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i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praćenje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prehrane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iz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raznih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aplikacija</a:t>
            </a:r>
            <a:r>
              <a:rPr lang="en" sz="1800" b="0" dirty="0">
                <a:latin typeface="Arial"/>
              </a:rPr>
              <a:t> u </a:t>
            </a:r>
            <a:r>
              <a:rPr lang="en" sz="1800" b="0" err="1">
                <a:latin typeface="Arial"/>
              </a:rPr>
              <a:t>jedno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rješenje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posebno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prilagođeno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studentskim</a:t>
            </a:r>
            <a:r>
              <a:rPr lang="en" sz="1800" b="0" dirty="0">
                <a:latin typeface="Arial"/>
              </a:rPr>
              <a:t> </a:t>
            </a:r>
            <a:r>
              <a:rPr lang="en" sz="1800" b="0" err="1">
                <a:latin typeface="Arial"/>
              </a:rPr>
              <a:t>uvjetima</a:t>
            </a:r>
            <a:r>
              <a:rPr lang="en" sz="1800" b="0" dirty="0">
                <a:latin typeface="Arial"/>
              </a:rPr>
              <a:t>.</a:t>
            </a:r>
          </a:p>
          <a:p>
            <a:pPr>
              <a:buFont typeface="Courier New"/>
              <a:buChar char="o"/>
            </a:pPr>
            <a:endParaRPr lang="en" sz="1800" b="0" dirty="0">
              <a:latin typeface="Arial"/>
            </a:endParaRPr>
          </a:p>
          <a:p>
            <a:pPr marL="0" indent="0">
              <a:buNone/>
            </a:pPr>
            <a:br>
              <a:rPr lang="en-US" dirty="0"/>
            </a:br>
            <a:endParaRPr lang="en-US" sz="180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18">
          <a:extLst>
            <a:ext uri="{FF2B5EF4-FFF2-40B4-BE49-F238E27FC236}">
              <a16:creationId xmlns:a16="http://schemas.microsoft.com/office/drawing/2014/main" id="{DF0F3BB3-9E8C-4EF6-5061-95C80B3AD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27">
            <a:extLst>
              <a:ext uri="{FF2B5EF4-FFF2-40B4-BE49-F238E27FC236}">
                <a16:creationId xmlns:a16="http://schemas.microsoft.com/office/drawing/2014/main" id="{14DC1AA2-6A7A-A718-443D-FA0F0D1946A6}"/>
              </a:ext>
            </a:extLst>
          </p:cNvPr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420" name="Google Shape;420;p27">
              <a:extLst>
                <a:ext uri="{FF2B5EF4-FFF2-40B4-BE49-F238E27FC236}">
                  <a16:creationId xmlns:a16="http://schemas.microsoft.com/office/drawing/2014/main" id="{B1FEC584-AB8F-23BA-085F-47DF24376DC0}"/>
                </a:ext>
              </a:extLst>
            </p:cNvPr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421" name="Google Shape;421;p27">
                <a:extLst>
                  <a:ext uri="{FF2B5EF4-FFF2-40B4-BE49-F238E27FC236}">
                    <a16:creationId xmlns:a16="http://schemas.microsoft.com/office/drawing/2014/main" id="{0BA496A2-201E-3DD3-9098-7AE1D729920C}"/>
                  </a:ext>
                </a:extLst>
              </p:cNvPr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7">
                <a:hlinkClick r:id="" action="ppaction://hlinkshowjump?jump=previousslide"/>
                <a:extLst>
                  <a:ext uri="{FF2B5EF4-FFF2-40B4-BE49-F238E27FC236}">
                    <a16:creationId xmlns:a16="http://schemas.microsoft.com/office/drawing/2014/main" id="{15A50AF9-1C77-4147-26E9-7FEF4CE0FF56}"/>
                  </a:ext>
                </a:extLst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7">
                <a:hlinkClick r:id="" action="ppaction://hlinkshowjump?jump=nextslide"/>
                <a:extLst>
                  <a:ext uri="{FF2B5EF4-FFF2-40B4-BE49-F238E27FC236}">
                    <a16:creationId xmlns:a16="http://schemas.microsoft.com/office/drawing/2014/main" id="{99F85112-C7FC-1C95-9457-C41AD66D5A8E}"/>
                  </a:ext>
                </a:extLst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4" name="Google Shape;424;p27">
              <a:extLst>
                <a:ext uri="{FF2B5EF4-FFF2-40B4-BE49-F238E27FC236}">
                  <a16:creationId xmlns:a16="http://schemas.microsoft.com/office/drawing/2014/main" id="{461C30A0-A64F-222A-082C-A6C738E1AF7F}"/>
                </a:ext>
              </a:extLst>
            </p:cNvPr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425" name="Google Shape;425;p27">
                <a:extLst>
                  <a:ext uri="{FF2B5EF4-FFF2-40B4-BE49-F238E27FC236}">
                    <a16:creationId xmlns:a16="http://schemas.microsoft.com/office/drawing/2014/main" id="{2CF900CE-EC92-90D7-4271-D4161C8176F1}"/>
                  </a:ext>
                </a:extLst>
              </p:cNvPr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7">
                <a:hlinkClick r:id="" action="ppaction://hlinkshowjump?jump=firstslide"/>
                <a:extLst>
                  <a:ext uri="{FF2B5EF4-FFF2-40B4-BE49-F238E27FC236}">
                    <a16:creationId xmlns:a16="http://schemas.microsoft.com/office/drawing/2014/main" id="{2AB51F4B-1930-6F90-9380-3D6E13A466A3}"/>
                  </a:ext>
                </a:extLst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7" name="Google Shape;427;p27">
            <a:extLst>
              <a:ext uri="{FF2B5EF4-FFF2-40B4-BE49-F238E27FC236}">
                <a16:creationId xmlns:a16="http://schemas.microsoft.com/office/drawing/2014/main" id="{4B7C17EB-D99F-CE37-8F09-CD6929514C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err="1"/>
              <a:t>Glavni</a:t>
            </a:r>
            <a:r>
              <a:rPr lang="en" dirty="0"/>
              <a:t> </a:t>
            </a:r>
            <a:r>
              <a:rPr lang="en" dirty="0" err="1"/>
              <a:t>funkcijski</a:t>
            </a:r>
            <a:r>
              <a:rPr lang="en" dirty="0"/>
              <a:t> </a:t>
            </a:r>
            <a:r>
              <a:rPr lang="en" dirty="0" err="1"/>
              <a:t>zahtjevi</a:t>
            </a:r>
            <a:endParaRPr lang="en-US" dirty="0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7D5EA7-43AB-B1F0-4445-8B5E74E24674}"/>
              </a:ext>
            </a:extLst>
          </p:cNvPr>
          <p:cNvSpPr txBox="1"/>
          <p:nvPr/>
        </p:nvSpPr>
        <p:spPr>
          <a:xfrm>
            <a:off x="580429" y="1095375"/>
            <a:ext cx="7974210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ts val="2380"/>
              </a:lnSpc>
              <a:buAutoNum type="arabicPeriod"/>
            </a:pPr>
            <a:r>
              <a:rPr lang="en-US" sz="1800" dirty="0" err="1"/>
              <a:t>Registracija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prijava</a:t>
            </a:r>
            <a:r>
              <a:rPr lang="en-US" sz="1800" dirty="0"/>
              <a:t> </a:t>
            </a:r>
            <a:r>
              <a:rPr lang="en-US" sz="1800" dirty="0" err="1"/>
              <a:t>putem</a:t>
            </a:r>
            <a:r>
              <a:rPr lang="en-US" sz="1800" dirty="0"/>
              <a:t> OAuth </a:t>
            </a:r>
            <a:r>
              <a:rPr lang="en-US" sz="1800" dirty="0" err="1"/>
              <a:t>servisa</a:t>
            </a:r>
            <a:r>
              <a:rPr lang="en-US" sz="1800" dirty="0"/>
              <a:t> </a:t>
            </a:r>
            <a:r>
              <a:rPr lang="en-US" sz="1800" dirty="0" err="1"/>
              <a:t>te</a:t>
            </a:r>
            <a:r>
              <a:rPr lang="en-US" sz="1800" dirty="0"/>
              <a:t> </a:t>
            </a:r>
            <a:r>
              <a:rPr lang="en-US" sz="1800" dirty="0" err="1"/>
              <a:t>sustav</a:t>
            </a:r>
            <a:r>
              <a:rPr lang="en-US" sz="1800" dirty="0"/>
              <a:t> </a:t>
            </a:r>
            <a:r>
              <a:rPr lang="en-US" sz="1800" dirty="0" err="1"/>
              <a:t>uloga</a:t>
            </a:r>
            <a:r>
              <a:rPr lang="en-US" sz="1800" dirty="0"/>
              <a:t>: student, </a:t>
            </a:r>
            <a:r>
              <a:rPr lang="en-US" sz="1800" dirty="0" err="1"/>
              <a:t>kreator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administrator.</a:t>
            </a:r>
          </a:p>
          <a:p>
            <a:pPr marL="457200" indent="-457200">
              <a:lnSpc>
                <a:spcPts val="2380"/>
              </a:lnSpc>
              <a:buAutoNum type="arabicPeriod"/>
            </a:pPr>
            <a:r>
              <a:rPr lang="en-US" sz="1800" dirty="0" err="1"/>
              <a:t>Korisnik</a:t>
            </a:r>
            <a:r>
              <a:rPr lang="en-US" sz="1800" dirty="0"/>
              <a:t> </a:t>
            </a:r>
            <a:r>
              <a:rPr lang="en-US" sz="1800" dirty="0" err="1"/>
              <a:t>pri</a:t>
            </a:r>
            <a:r>
              <a:rPr lang="en-US" sz="1800" dirty="0"/>
              <a:t> </a:t>
            </a:r>
            <a:r>
              <a:rPr lang="en-US" sz="1800" dirty="0" err="1"/>
              <a:t>prvom</a:t>
            </a:r>
            <a:r>
              <a:rPr lang="en-US" sz="1800" dirty="0"/>
              <a:t> </a:t>
            </a:r>
            <a:r>
              <a:rPr lang="en-US" sz="1800" dirty="0" err="1"/>
              <a:t>logiranju</a:t>
            </a:r>
            <a:r>
              <a:rPr lang="en-US" sz="1800" dirty="0"/>
              <a:t> </a:t>
            </a:r>
            <a:r>
              <a:rPr lang="en-US" sz="1800" dirty="0" err="1"/>
              <a:t>unosi</a:t>
            </a:r>
            <a:r>
              <a:rPr lang="en-US" sz="1800" dirty="0"/>
              <a:t> </a:t>
            </a:r>
            <a:r>
              <a:rPr lang="en-US" sz="1800" dirty="0" err="1"/>
              <a:t>budžet</a:t>
            </a:r>
            <a:r>
              <a:rPr lang="en-US" sz="1800" b="0" i="0" u="none" strike="noStrike" baseline="0" dirty="0">
                <a:latin typeface="Arial"/>
                <a:ea typeface="Arial"/>
                <a:cs typeface="Arial"/>
              </a:rPr>
              <a:t>, </a:t>
            </a:r>
            <a:r>
              <a:rPr lang="en-US" sz="1800" dirty="0" err="1"/>
              <a:t>opremu</a:t>
            </a:r>
            <a:r>
              <a:rPr lang="en-US" sz="1800" dirty="0"/>
              <a:t> </a:t>
            </a:r>
            <a:r>
              <a:rPr lang="en-US" sz="1800" b="0" i="0" u="none" strike="noStrike" baseline="0" dirty="0" err="1">
                <a:latin typeface="Arial"/>
                <a:ea typeface="Arial"/>
                <a:cs typeface="Arial"/>
              </a:rPr>
              <a:t>i</a:t>
            </a:r>
            <a:r>
              <a:rPr lang="en-US" sz="1800" b="0" i="0" u="none" strike="noStrike" baseline="0" dirty="0">
                <a:latin typeface="Arial"/>
                <a:ea typeface="Arial"/>
                <a:cs typeface="Arial"/>
              </a:rPr>
              <a:t> </a:t>
            </a:r>
            <a:r>
              <a:rPr lang="en-US" sz="1800" dirty="0" err="1"/>
              <a:t>prehrambene</a:t>
            </a:r>
            <a:r>
              <a:rPr lang="en-US" sz="1800" dirty="0"/>
              <a:t> </a:t>
            </a:r>
            <a:r>
              <a:rPr lang="en-US" sz="1800" dirty="0" err="1"/>
              <a:t>ciljeve</a:t>
            </a:r>
            <a:r>
              <a:rPr lang="en-US" sz="1800" dirty="0"/>
              <a:t>.</a:t>
            </a:r>
            <a:endParaRPr lang="en-US" sz="1800" b="0" i="0" dirty="0">
              <a:latin typeface="Arial"/>
              <a:ea typeface="Arial"/>
              <a:cs typeface="Arial"/>
            </a:endParaRPr>
          </a:p>
          <a:p>
            <a:pPr marL="457200" indent="-457200">
              <a:lnSpc>
                <a:spcPts val="2380"/>
              </a:lnSpc>
              <a:buAutoNum type="arabicPeriod"/>
            </a:pPr>
            <a:r>
              <a:rPr lang="en-US" sz="1800" dirty="0" err="1"/>
              <a:t>Sustav</a:t>
            </a:r>
            <a:r>
              <a:rPr lang="en-US" sz="1800" dirty="0"/>
              <a:t> </a:t>
            </a:r>
            <a:r>
              <a:rPr lang="en-US" sz="1800" dirty="0" err="1"/>
              <a:t>generira</a:t>
            </a:r>
            <a:r>
              <a:rPr lang="en-US" sz="1800" dirty="0"/>
              <a:t> </a:t>
            </a:r>
            <a:r>
              <a:rPr lang="en-US" sz="1800" b="0" i="0" u="none" strike="noStrike" baseline="0" dirty="0" err="1">
                <a:latin typeface="Arial"/>
                <a:ea typeface="Arial"/>
                <a:cs typeface="Arial"/>
              </a:rPr>
              <a:t>personalizirani</a:t>
            </a:r>
            <a:r>
              <a:rPr lang="en-US" sz="1800" b="0" i="0" u="none" strike="noStrike" baseline="0" dirty="0">
                <a:latin typeface="Arial"/>
                <a:ea typeface="Arial"/>
                <a:cs typeface="Arial"/>
              </a:rPr>
              <a:t> </a:t>
            </a:r>
            <a:r>
              <a:rPr lang="en-US" sz="1800" dirty="0"/>
              <a:t>“Budget Meal Plan” s </a:t>
            </a:r>
            <a:r>
              <a:rPr lang="en-US" sz="1800" dirty="0" err="1"/>
              <a:t>obrocima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procijenjenim</a:t>
            </a:r>
            <a:r>
              <a:rPr lang="en-US" sz="1800" dirty="0"/>
              <a:t> </a:t>
            </a:r>
            <a:r>
              <a:rPr lang="en-US" sz="1800" dirty="0" err="1"/>
              <a:t>troškovima</a:t>
            </a:r>
            <a:r>
              <a:rPr lang="en-US" sz="1800" dirty="0"/>
              <a:t>.</a:t>
            </a:r>
            <a:endParaRPr lang="en-US" sz="1800" b="0" i="0" dirty="0">
              <a:latin typeface="Arial"/>
              <a:ea typeface="Arial"/>
              <a:cs typeface="Arial"/>
            </a:endParaRPr>
          </a:p>
          <a:p>
            <a:pPr marL="457200" indent="-457200">
              <a:lnSpc>
                <a:spcPts val="2380"/>
              </a:lnSpc>
              <a:buAutoNum type="arabicPeriod"/>
            </a:pPr>
            <a:r>
              <a:rPr lang="en-US" sz="1800" dirty="0" err="1">
                <a:solidFill>
                  <a:srgbClr val="3B2743"/>
                </a:solidFill>
              </a:rPr>
              <a:t>Kreatori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mogu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dodavati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recepte</a:t>
            </a:r>
            <a:r>
              <a:rPr lang="en-US" sz="1800" dirty="0">
                <a:solidFill>
                  <a:srgbClr val="3B2743"/>
                </a:solidFill>
              </a:rPr>
              <a:t> .</a:t>
            </a:r>
            <a:endParaRPr lang="en-US" sz="1800" b="0" i="0" u="none" strike="noStrike" baseline="0" dirty="0">
              <a:solidFill>
                <a:srgbClr val="3B2743"/>
              </a:solidFill>
              <a:latin typeface="Arial"/>
              <a:ea typeface="Arial"/>
              <a:cs typeface="Arial"/>
            </a:endParaRPr>
          </a:p>
          <a:p>
            <a:pPr marL="457200" indent="-457200">
              <a:lnSpc>
                <a:spcPts val="2380"/>
              </a:lnSpc>
              <a:buAutoNum type="arabicPeriod"/>
            </a:pPr>
            <a:r>
              <a:rPr lang="en-US" sz="1800" dirty="0" err="1"/>
              <a:t>Unos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praćenje</a:t>
            </a:r>
            <a:r>
              <a:rPr lang="en-US" sz="1800" dirty="0"/>
              <a:t> </a:t>
            </a:r>
            <a:r>
              <a:rPr lang="en-US" sz="1800" dirty="0" err="1"/>
              <a:t>raspoloženja</a:t>
            </a:r>
            <a:r>
              <a:rPr lang="en-US" sz="1800" dirty="0"/>
              <a:t> </a:t>
            </a:r>
            <a:r>
              <a:rPr lang="en-US" sz="1800" dirty="0" err="1"/>
              <a:t>prije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nakon</a:t>
            </a:r>
            <a:r>
              <a:rPr lang="en-US" sz="1800" dirty="0"/>
              <a:t> </a:t>
            </a:r>
            <a:r>
              <a:rPr lang="en-US" sz="1800" dirty="0" err="1"/>
              <a:t>obroka</a:t>
            </a:r>
            <a:endParaRPr lang="en-US" sz="1800" dirty="0"/>
          </a:p>
          <a:p>
            <a:pPr marL="457200" indent="-457200">
              <a:lnSpc>
                <a:spcPts val="2380"/>
              </a:lnSpc>
              <a:buAutoNum type="arabicPeriod"/>
            </a:pPr>
            <a:r>
              <a:rPr lang="en-US" sz="1800" dirty="0" err="1"/>
              <a:t>Tjedni</a:t>
            </a:r>
            <a:r>
              <a:rPr lang="en-US" sz="1800" dirty="0"/>
              <a:t> </a:t>
            </a:r>
            <a:r>
              <a:rPr lang="en-US" sz="1800" dirty="0" err="1"/>
              <a:t>izazovi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značke</a:t>
            </a:r>
            <a:r>
              <a:rPr lang="en-US" sz="1800" dirty="0"/>
              <a:t> za </a:t>
            </a:r>
            <a:r>
              <a:rPr lang="en-US" sz="1800" dirty="0" err="1"/>
              <a:t>motivaciju</a:t>
            </a:r>
            <a:r>
              <a:rPr lang="en-US" sz="1800" dirty="0"/>
              <a:t> </a:t>
            </a:r>
            <a:r>
              <a:rPr lang="en-US" sz="1800" dirty="0" err="1"/>
              <a:t>korisnika</a:t>
            </a:r>
            <a:r>
              <a:rPr lang="en-US" sz="1800" dirty="0"/>
              <a:t>.</a:t>
            </a:r>
          </a:p>
          <a:p>
            <a:pPr marL="457200" indent="-457200">
              <a:lnSpc>
                <a:spcPts val="2380"/>
              </a:lnSpc>
              <a:buAutoNum type="arabicPeriod"/>
            </a:pPr>
            <a:r>
              <a:rPr lang="en-US" sz="1800" dirty="0" err="1"/>
              <a:t>Automatsko</a:t>
            </a:r>
            <a:r>
              <a:rPr lang="en-US" sz="1800" dirty="0"/>
              <a:t> </a:t>
            </a:r>
            <a:r>
              <a:rPr lang="en-US" sz="1800" dirty="0" err="1"/>
              <a:t>generiranje</a:t>
            </a:r>
            <a:r>
              <a:rPr lang="en-US" sz="1800" dirty="0"/>
              <a:t> </a:t>
            </a:r>
            <a:r>
              <a:rPr lang="en-US" sz="1800" dirty="0" err="1"/>
              <a:t>izvještaja</a:t>
            </a:r>
            <a:r>
              <a:rPr lang="en-US" sz="1800" dirty="0"/>
              <a:t> </a:t>
            </a:r>
            <a:r>
              <a:rPr lang="en-US" sz="1800" dirty="0" err="1"/>
              <a:t>na</a:t>
            </a:r>
            <a:r>
              <a:rPr lang="en-US" sz="1800" dirty="0"/>
              <a:t> </a:t>
            </a:r>
            <a:r>
              <a:rPr lang="en-US" sz="1800" dirty="0" err="1"/>
              <a:t>kraju</a:t>
            </a:r>
            <a:r>
              <a:rPr lang="en-US" sz="1800" dirty="0"/>
              <a:t> </a:t>
            </a:r>
            <a:r>
              <a:rPr lang="en-US" sz="1800" dirty="0" err="1"/>
              <a:t>tjedna</a:t>
            </a:r>
            <a:r>
              <a:rPr lang="en-US" sz="1800" dirty="0"/>
              <a:t>.</a:t>
            </a:r>
            <a:endParaRPr lang="en-US" dirty="0"/>
          </a:p>
          <a:p>
            <a:pPr>
              <a:lnSpc>
                <a:spcPts val="2380"/>
              </a:lnSpc>
            </a:pPr>
            <a:r>
              <a:rPr lang="en-US" sz="1800" dirty="0"/>
              <a:t>8.    </a:t>
            </a:r>
            <a:r>
              <a:rPr lang="en-US" sz="1800" dirty="0" err="1"/>
              <a:t>Promjena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oporavak</a:t>
            </a:r>
            <a:r>
              <a:rPr lang="en-US" sz="1800" dirty="0"/>
              <a:t> </a:t>
            </a:r>
            <a:r>
              <a:rPr lang="en-US" sz="1800" dirty="0" err="1"/>
              <a:t>lozinke</a:t>
            </a:r>
            <a:r>
              <a:rPr lang="en-US" sz="1800" dirty="0"/>
              <a:t> </a:t>
            </a:r>
            <a:r>
              <a:rPr lang="en-US" sz="1800" dirty="0" err="1"/>
              <a:t>putem</a:t>
            </a:r>
            <a:r>
              <a:rPr lang="en-US" sz="1800" dirty="0"/>
              <a:t> e-</a:t>
            </a:r>
            <a:r>
              <a:rPr lang="en-US" sz="1800" dirty="0" err="1"/>
              <a:t>maila</a:t>
            </a:r>
            <a:r>
              <a:rPr lang="en-US" sz="1800" dirty="0"/>
              <a:t>.</a:t>
            </a:r>
            <a:endParaRPr lang="en-US" dirty="0"/>
          </a:p>
          <a:p>
            <a:pPr>
              <a:lnSpc>
                <a:spcPts val="2380"/>
              </a:lnSpc>
            </a:pPr>
            <a:r>
              <a:rPr lang="en-US" sz="1800" dirty="0"/>
              <a:t>9.     </a:t>
            </a:r>
            <a:r>
              <a:rPr lang="en-US" sz="1800" dirty="0" err="1"/>
              <a:t>Korisnici</a:t>
            </a:r>
            <a:r>
              <a:rPr lang="en-US" sz="1800" dirty="0"/>
              <a:t> </a:t>
            </a:r>
            <a:r>
              <a:rPr lang="en-US" sz="1800" dirty="0" err="1"/>
              <a:t>ocjenjuju</a:t>
            </a:r>
            <a:r>
              <a:rPr lang="en-US" sz="1800" dirty="0"/>
              <a:t> </a:t>
            </a:r>
            <a:r>
              <a:rPr lang="en-US" sz="1800" dirty="0" err="1"/>
              <a:t>napravljene</a:t>
            </a:r>
            <a:r>
              <a:rPr lang="en-US" sz="1800" dirty="0"/>
              <a:t> </a:t>
            </a:r>
            <a:r>
              <a:rPr lang="en-US" sz="1800" dirty="0" err="1"/>
              <a:t>recepate</a:t>
            </a:r>
          </a:p>
          <a:p>
            <a:pPr marL="457200" indent="-457200">
              <a:lnSpc>
                <a:spcPts val="2380"/>
              </a:lnSpc>
              <a:buAutoNum type="arabicPeriod"/>
            </a:pPr>
            <a:endParaRPr lang="en-US" sz="1800" dirty="0"/>
          </a:p>
          <a:p>
            <a:pPr marL="457200" indent="-457200">
              <a:lnSpc>
                <a:spcPts val="2380"/>
              </a:lnSpc>
              <a:buAutoNum type="arabicPeriod"/>
            </a:pPr>
            <a:endParaRPr lang="en-US" sz="1800" dirty="0">
              <a:solidFill>
                <a:srgbClr val="3B2743"/>
              </a:solidFill>
            </a:endParaRPr>
          </a:p>
          <a:p>
            <a:pPr marL="457200" indent="-457200">
              <a:lnSpc>
                <a:spcPts val="2380"/>
              </a:lnSpc>
              <a:buAutoNum type="arabicPeriod"/>
            </a:pPr>
            <a:endParaRPr lang="en-US" sz="1800" dirty="0">
              <a:solidFill>
                <a:srgbClr val="3B2743"/>
              </a:solidFill>
            </a:endParaRPr>
          </a:p>
          <a:p>
            <a:pPr marL="457200" indent="-457200">
              <a:lnSpc>
                <a:spcPts val="2380"/>
              </a:lnSpc>
              <a:buAutoNum type="arabicPeriod"/>
            </a:pPr>
            <a:endParaRPr lang="en-US" sz="1800" dirty="0">
              <a:solidFill>
                <a:srgbClr val="3B2743"/>
              </a:solidFill>
            </a:endParaRPr>
          </a:p>
          <a:p>
            <a:pPr marL="342900" indent="-342900" algn="ctr">
              <a:buAutoNum type="arabicPeriod"/>
            </a:pPr>
            <a:endParaRPr lang="en-US" sz="1200"/>
          </a:p>
          <a:p>
            <a:pPr marL="342900" indent="-342900" algn="ctr">
              <a:buAutoNum type="arabicPeriod"/>
            </a:pPr>
            <a:endParaRPr lang="en-US" sz="1800" dirty="0" err="1">
              <a:solidFill>
                <a:srgbClr val="3B274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002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>
          <a:extLst>
            <a:ext uri="{FF2B5EF4-FFF2-40B4-BE49-F238E27FC236}">
              <a16:creationId xmlns:a16="http://schemas.microsoft.com/office/drawing/2014/main" id="{D3D0B4DA-75EC-810A-39DE-034021C0F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27">
            <a:extLst>
              <a:ext uri="{FF2B5EF4-FFF2-40B4-BE49-F238E27FC236}">
                <a16:creationId xmlns:a16="http://schemas.microsoft.com/office/drawing/2014/main" id="{11E688CA-1A59-2CAE-5E15-A053D181362A}"/>
              </a:ext>
            </a:extLst>
          </p:cNvPr>
          <p:cNvGrpSpPr/>
          <p:nvPr/>
        </p:nvGrpSpPr>
        <p:grpSpPr>
          <a:xfrm>
            <a:off x="713225" y="4575325"/>
            <a:ext cx="7710700" cy="218400"/>
            <a:chOff x="713225" y="4575325"/>
            <a:chExt cx="7710700" cy="218400"/>
          </a:xfrm>
        </p:grpSpPr>
        <p:grpSp>
          <p:nvGrpSpPr>
            <p:cNvPr id="420" name="Google Shape;420;p27">
              <a:extLst>
                <a:ext uri="{FF2B5EF4-FFF2-40B4-BE49-F238E27FC236}">
                  <a16:creationId xmlns:a16="http://schemas.microsoft.com/office/drawing/2014/main" id="{8E0F1512-F5DC-94FC-075A-4DE3AE5EF1A6}"/>
                </a:ext>
              </a:extLst>
            </p:cNvPr>
            <p:cNvGrpSpPr/>
            <p:nvPr/>
          </p:nvGrpSpPr>
          <p:grpSpPr>
            <a:xfrm>
              <a:off x="1123725" y="4594075"/>
              <a:ext cx="7300200" cy="180900"/>
              <a:chOff x="1123725" y="4594075"/>
              <a:chExt cx="7300200" cy="180900"/>
            </a:xfrm>
          </p:grpSpPr>
          <p:sp>
            <p:nvSpPr>
              <p:cNvPr id="421" name="Google Shape;421;p27">
                <a:extLst>
                  <a:ext uri="{FF2B5EF4-FFF2-40B4-BE49-F238E27FC236}">
                    <a16:creationId xmlns:a16="http://schemas.microsoft.com/office/drawing/2014/main" id="{465750E0-BD06-0F07-2437-885C17F54C19}"/>
                  </a:ext>
                </a:extLst>
              </p:cNvPr>
              <p:cNvSpPr/>
              <p:nvPr/>
            </p:nvSpPr>
            <p:spPr>
              <a:xfrm>
                <a:off x="1123725" y="4594075"/>
                <a:ext cx="7300200" cy="180900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7">
                <a:hlinkClick r:id="" action="ppaction://hlinkshowjump?jump=previousslide"/>
                <a:extLst>
                  <a:ext uri="{FF2B5EF4-FFF2-40B4-BE49-F238E27FC236}">
                    <a16:creationId xmlns:a16="http://schemas.microsoft.com/office/drawing/2014/main" id="{C59EFA06-9490-106E-DB6D-6EC2775B9DF8}"/>
                  </a:ext>
                </a:extLst>
              </p:cNvPr>
              <p:cNvSpPr/>
              <p:nvPr/>
            </p:nvSpPr>
            <p:spPr>
              <a:xfrm rot="-2700000">
                <a:off x="1233226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7">
                <a:hlinkClick r:id="" action="ppaction://hlinkshowjump?jump=nextslide"/>
                <a:extLst>
                  <a:ext uri="{FF2B5EF4-FFF2-40B4-BE49-F238E27FC236}">
                    <a16:creationId xmlns:a16="http://schemas.microsoft.com/office/drawing/2014/main" id="{4B014CC1-88AF-49A6-ADCA-41176EED39D6}"/>
                  </a:ext>
                </a:extLst>
              </p:cNvPr>
              <p:cNvSpPr/>
              <p:nvPr/>
            </p:nvSpPr>
            <p:spPr>
              <a:xfrm rot="2700000" flipH="1">
                <a:off x="8242701" y="4647641"/>
                <a:ext cx="71701" cy="73822"/>
              </a:xfrm>
              <a:prstGeom prst="halfFrame">
                <a:avLst>
                  <a:gd name="adj1" fmla="val 15278"/>
                  <a:gd name="adj2" fmla="val 15278"/>
                </a:avLst>
              </a:prstGeom>
              <a:solidFill>
                <a:schemeClr val="accent3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4" name="Google Shape;424;p27">
              <a:extLst>
                <a:ext uri="{FF2B5EF4-FFF2-40B4-BE49-F238E27FC236}">
                  <a16:creationId xmlns:a16="http://schemas.microsoft.com/office/drawing/2014/main" id="{FC02458E-0659-A97A-6FCD-FEC8787C1BB8}"/>
                </a:ext>
              </a:extLst>
            </p:cNvPr>
            <p:cNvGrpSpPr/>
            <p:nvPr/>
          </p:nvGrpSpPr>
          <p:grpSpPr>
            <a:xfrm>
              <a:off x="713225" y="4575325"/>
              <a:ext cx="218400" cy="218400"/>
              <a:chOff x="713225" y="4575325"/>
              <a:chExt cx="218400" cy="218400"/>
            </a:xfrm>
          </p:grpSpPr>
          <p:sp>
            <p:nvSpPr>
              <p:cNvPr id="425" name="Google Shape;425;p27">
                <a:extLst>
                  <a:ext uri="{FF2B5EF4-FFF2-40B4-BE49-F238E27FC236}">
                    <a16:creationId xmlns:a16="http://schemas.microsoft.com/office/drawing/2014/main" id="{2FBA4970-03D0-A3CC-C850-1ABDDC1DDCAD}"/>
                  </a:ext>
                </a:extLst>
              </p:cNvPr>
              <p:cNvSpPr/>
              <p:nvPr/>
            </p:nvSpPr>
            <p:spPr>
              <a:xfrm>
                <a:off x="713225" y="4575325"/>
                <a:ext cx="218400" cy="2184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7">
                <a:hlinkClick r:id="" action="ppaction://hlinkshowjump?jump=firstslide"/>
                <a:extLst>
                  <a:ext uri="{FF2B5EF4-FFF2-40B4-BE49-F238E27FC236}">
                    <a16:creationId xmlns:a16="http://schemas.microsoft.com/office/drawing/2014/main" id="{F57C47C3-14D7-00CE-5939-4C4A397E2C9F}"/>
                  </a:ext>
                </a:extLst>
              </p:cNvPr>
              <p:cNvSpPr/>
              <p:nvPr/>
            </p:nvSpPr>
            <p:spPr>
              <a:xfrm rot="-5400000">
                <a:off x="762425" y="4609400"/>
                <a:ext cx="120000" cy="133200"/>
              </a:xfrm>
              <a:prstGeom prst="rightArrow">
                <a:avLst>
                  <a:gd name="adj1" fmla="val 66854"/>
                  <a:gd name="adj2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6965784-A166-17EA-C866-7CE48BA0D718}"/>
              </a:ext>
            </a:extLst>
          </p:cNvPr>
          <p:cNvSpPr txBox="1"/>
          <p:nvPr/>
        </p:nvSpPr>
        <p:spPr>
          <a:xfrm>
            <a:off x="580429" y="1095375"/>
            <a:ext cx="797421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ts val="2380"/>
              </a:lnSpc>
              <a:buAutoNum type="arabicPeriod"/>
            </a:pPr>
            <a:r>
              <a:rPr lang="en-US" sz="1800" dirty="0" err="1"/>
              <a:t>Sustav</a:t>
            </a:r>
            <a:r>
              <a:rPr lang="en-US" sz="1800" dirty="0"/>
              <a:t> mora </a:t>
            </a:r>
            <a:r>
              <a:rPr lang="en-US" sz="1800" dirty="0" err="1"/>
              <a:t>osigurati</a:t>
            </a:r>
            <a:r>
              <a:rPr lang="en-US" sz="1800" dirty="0"/>
              <a:t> </a:t>
            </a:r>
            <a:r>
              <a:rPr lang="en-US" sz="1800" dirty="0" err="1"/>
              <a:t>zaštitu</a:t>
            </a:r>
            <a:r>
              <a:rPr lang="en-US" sz="1800" dirty="0"/>
              <a:t> </a:t>
            </a:r>
            <a:r>
              <a:rPr lang="en-US" sz="1800" dirty="0" err="1"/>
              <a:t>korisničkih</a:t>
            </a:r>
            <a:r>
              <a:rPr lang="en-US" sz="1800" dirty="0"/>
              <a:t> </a:t>
            </a:r>
            <a:r>
              <a:rPr lang="en-US" sz="1800" dirty="0" err="1"/>
              <a:t>podataka</a:t>
            </a:r>
            <a:r>
              <a:rPr lang="en-US" sz="1800" dirty="0"/>
              <a:t> </a:t>
            </a:r>
            <a:r>
              <a:rPr lang="en-US" sz="1800" dirty="0" err="1"/>
              <a:t>korištenjem</a:t>
            </a:r>
            <a:r>
              <a:rPr lang="en-US" sz="1800" dirty="0"/>
              <a:t> OAuth 2.0 </a:t>
            </a:r>
            <a:r>
              <a:rPr lang="en-US" sz="1800" dirty="0" err="1"/>
              <a:t>autentifikacije</a:t>
            </a:r>
            <a:r>
              <a:rPr lang="en-US" sz="1800" dirty="0"/>
              <a:t>, </a:t>
            </a:r>
            <a:r>
              <a:rPr lang="en-US" sz="1800" dirty="0" err="1"/>
              <a:t>enkripcije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audit </a:t>
            </a:r>
            <a:r>
              <a:rPr lang="en-US" sz="1800" dirty="0" err="1"/>
              <a:t>logova</a:t>
            </a:r>
            <a:r>
              <a:rPr lang="en-US" sz="1800" dirty="0"/>
              <a:t>.</a:t>
            </a:r>
          </a:p>
          <a:p>
            <a:pPr marL="457200" indent="-457200">
              <a:lnSpc>
                <a:spcPts val="2380"/>
              </a:lnSpc>
              <a:buAutoNum type="arabicPeriod"/>
            </a:pPr>
            <a:r>
              <a:rPr lang="en-US" sz="1800" dirty="0" err="1"/>
              <a:t>Sučelje</a:t>
            </a:r>
            <a:r>
              <a:rPr lang="en-US" sz="1800" dirty="0"/>
              <a:t> mora </a:t>
            </a:r>
            <a:r>
              <a:rPr lang="en-US" sz="1800" dirty="0" err="1"/>
              <a:t>biti</a:t>
            </a:r>
            <a:r>
              <a:rPr lang="en-US" sz="1800" dirty="0"/>
              <a:t> </a:t>
            </a:r>
            <a:r>
              <a:rPr lang="en-US" sz="1800" dirty="0" err="1"/>
              <a:t>intuitivno</a:t>
            </a:r>
            <a:r>
              <a:rPr lang="en-US" sz="1800" b="0" i="0" u="none" strike="noStrike" baseline="0" dirty="0">
                <a:latin typeface="Arial"/>
                <a:ea typeface="Arial"/>
                <a:cs typeface="Arial"/>
              </a:rPr>
              <a:t>, </a:t>
            </a:r>
            <a:r>
              <a:rPr lang="en-US" sz="1800" dirty="0" err="1"/>
              <a:t>jednostavno</a:t>
            </a:r>
            <a:r>
              <a:rPr lang="en-US" sz="1800" dirty="0"/>
              <a:t> za </a:t>
            </a:r>
            <a:r>
              <a:rPr lang="en-US" sz="1800" dirty="0" err="1"/>
              <a:t>korištenje</a:t>
            </a:r>
            <a:r>
              <a:rPr lang="en-US" sz="1800" dirty="0"/>
              <a:t> </a:t>
            </a:r>
            <a:r>
              <a:rPr lang="en-US" sz="1800" b="0" i="0" u="none" strike="noStrike" baseline="0" dirty="0" err="1">
                <a:latin typeface="Arial"/>
                <a:ea typeface="Arial"/>
                <a:cs typeface="Arial"/>
              </a:rPr>
              <a:t>i</a:t>
            </a:r>
            <a:r>
              <a:rPr lang="en-US" sz="1800" b="0" i="0" u="none" strike="noStrike" baseline="0" dirty="0">
                <a:latin typeface="Arial"/>
                <a:ea typeface="Arial"/>
                <a:cs typeface="Arial"/>
              </a:rPr>
              <a:t> </a:t>
            </a:r>
            <a:r>
              <a:rPr lang="en-US" sz="1800" dirty="0" err="1"/>
              <a:t>prilagođeno</a:t>
            </a:r>
            <a:r>
              <a:rPr lang="en-US" sz="1800" dirty="0"/>
              <a:t> </a:t>
            </a:r>
            <a:r>
              <a:rPr lang="en-US" sz="1800" dirty="0" err="1"/>
              <a:t>korisnicima</a:t>
            </a:r>
            <a:r>
              <a:rPr lang="en-US" sz="1800" dirty="0"/>
              <a:t> bez </a:t>
            </a:r>
            <a:r>
              <a:rPr lang="en-US" sz="1800" dirty="0" err="1"/>
              <a:t>tehničkog</a:t>
            </a:r>
            <a:r>
              <a:rPr lang="en-US" sz="1800" dirty="0"/>
              <a:t> </a:t>
            </a:r>
            <a:r>
              <a:rPr lang="en-US" sz="1800" dirty="0" err="1"/>
              <a:t>znanja</a:t>
            </a:r>
            <a:r>
              <a:rPr lang="en-US" sz="1800" dirty="0"/>
              <a:t>.</a:t>
            </a:r>
            <a:endParaRPr lang="en-US" sz="1800" b="0" i="0" dirty="0">
              <a:latin typeface="Arial"/>
              <a:ea typeface="Arial"/>
              <a:cs typeface="Arial"/>
            </a:endParaRPr>
          </a:p>
          <a:p>
            <a:pPr marL="457200" indent="-457200">
              <a:lnSpc>
                <a:spcPts val="2380"/>
              </a:lnSpc>
              <a:buAutoNum type="arabicPeriod"/>
            </a:pPr>
            <a:r>
              <a:rPr lang="en-US" sz="1800" dirty="0" err="1"/>
              <a:t>Aplikacija</a:t>
            </a:r>
            <a:r>
              <a:rPr lang="en-US" sz="1800" dirty="0"/>
              <a:t> mora </a:t>
            </a:r>
            <a:r>
              <a:rPr lang="en-US" sz="1800" dirty="0" err="1"/>
              <a:t>biti</a:t>
            </a:r>
            <a:r>
              <a:rPr lang="en-US" sz="1800" dirty="0"/>
              <a:t> </a:t>
            </a:r>
            <a:r>
              <a:rPr lang="en-US" sz="1800" dirty="0" err="1"/>
              <a:t>funkcionalna</a:t>
            </a:r>
            <a:r>
              <a:rPr lang="en-US" sz="1800" dirty="0"/>
              <a:t> </a:t>
            </a:r>
            <a:r>
              <a:rPr lang="en-US" sz="1800" dirty="0" err="1"/>
              <a:t>na</a:t>
            </a:r>
            <a:r>
              <a:rPr lang="en-US" sz="1800" dirty="0"/>
              <a:t> </a:t>
            </a:r>
            <a:r>
              <a:rPr lang="en-US" sz="1800" dirty="0" err="1"/>
              <a:t>svim</a:t>
            </a:r>
            <a:r>
              <a:rPr lang="en-US" sz="1800" dirty="0"/>
              <a:t> </a:t>
            </a:r>
            <a:r>
              <a:rPr lang="en-US" sz="1800" dirty="0" err="1"/>
              <a:t>uređajima</a:t>
            </a:r>
            <a:r>
              <a:rPr lang="en-US" sz="1800" dirty="0"/>
              <a:t>.</a:t>
            </a:r>
            <a:endParaRPr lang="en-US" sz="1800" b="0" i="0" dirty="0">
              <a:latin typeface="Arial"/>
              <a:ea typeface="Arial"/>
              <a:cs typeface="Arial"/>
            </a:endParaRPr>
          </a:p>
          <a:p>
            <a:pPr marL="457200" indent="-457200">
              <a:lnSpc>
                <a:spcPts val="2380"/>
              </a:lnSpc>
              <a:buAutoNum type="arabicPeriod"/>
            </a:pPr>
            <a:r>
              <a:rPr lang="en-US" sz="1800" dirty="0" err="1">
                <a:solidFill>
                  <a:srgbClr val="3B2743"/>
                </a:solidFill>
              </a:rPr>
              <a:t>Pregled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i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pretraživanje</a:t>
            </a:r>
            <a:r>
              <a:rPr lang="en-US" sz="1800" dirty="0">
                <a:solidFill>
                  <a:srgbClr val="3B2743"/>
                </a:solidFill>
              </a:rPr>
              <a:t> </a:t>
            </a:r>
            <a:r>
              <a:rPr lang="en-US" sz="1800" dirty="0" err="1">
                <a:solidFill>
                  <a:srgbClr val="3B2743"/>
                </a:solidFill>
              </a:rPr>
              <a:t>arhive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recepata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uz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filtriranje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prema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vremenu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pripreme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i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nutritivnim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vrijednostima</a:t>
            </a:r>
            <a:r>
              <a:rPr lang="en-US" sz="1800" dirty="0">
                <a:solidFill>
                  <a:srgbClr val="3B2743"/>
                </a:solidFill>
              </a:rPr>
              <a:t>.</a:t>
            </a:r>
            <a:endParaRPr lang="en-US" sz="1800" b="0" i="0" dirty="0">
              <a:solidFill>
                <a:srgbClr val="3B2743"/>
              </a:solidFill>
              <a:latin typeface="Arial"/>
              <a:ea typeface="Arial"/>
              <a:cs typeface="Arial"/>
            </a:endParaRPr>
          </a:p>
          <a:p>
            <a:pPr marL="457200" indent="-457200">
              <a:lnSpc>
                <a:spcPts val="2380"/>
              </a:lnSpc>
              <a:buAutoNum type="arabicPeriod"/>
            </a:pPr>
            <a:r>
              <a:rPr lang="en-US" sz="1800" dirty="0" err="1">
                <a:solidFill>
                  <a:srgbClr val="3B2743"/>
                </a:solidFill>
              </a:rPr>
              <a:t>Vrijeme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odziva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aplikacije</a:t>
            </a:r>
            <a:r>
              <a:rPr lang="en-US" sz="1800" dirty="0">
                <a:solidFill>
                  <a:srgbClr val="3B2743"/>
                </a:solidFill>
              </a:rPr>
              <a:t> ne </a:t>
            </a:r>
            <a:r>
              <a:rPr lang="en-US" sz="1800" dirty="0" err="1">
                <a:solidFill>
                  <a:srgbClr val="3B2743"/>
                </a:solidFill>
              </a:rPr>
              <a:t>smije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prelaziti</a:t>
            </a:r>
            <a:r>
              <a:rPr lang="en-US" sz="1800" dirty="0">
                <a:solidFill>
                  <a:srgbClr val="3B2743"/>
                </a:solidFill>
              </a:rPr>
              <a:t> 3 </a:t>
            </a:r>
            <a:r>
              <a:rPr lang="en-US" sz="1800" dirty="0" err="1">
                <a:solidFill>
                  <a:srgbClr val="3B2743"/>
                </a:solidFill>
              </a:rPr>
              <a:t>sekunde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pri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normalnom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opterećenju</a:t>
            </a:r>
            <a:r>
              <a:rPr lang="en-US" sz="1800" dirty="0">
                <a:solidFill>
                  <a:srgbClr val="3B2743"/>
                </a:solidFill>
              </a:rPr>
              <a:t>.</a:t>
            </a:r>
            <a:endParaRPr lang="en-US" sz="1800" b="0" i="0" dirty="0">
              <a:solidFill>
                <a:srgbClr val="3B2743"/>
              </a:solidFill>
              <a:latin typeface="Arial"/>
              <a:ea typeface="Arial"/>
              <a:cs typeface="Arial"/>
            </a:endParaRPr>
          </a:p>
          <a:p>
            <a:pPr marL="457200" indent="-457200">
              <a:lnSpc>
                <a:spcPts val="2380"/>
              </a:lnSpc>
              <a:buAutoNum type="arabicPeriod"/>
            </a:pPr>
            <a:r>
              <a:rPr lang="en-US" sz="1800" dirty="0" err="1">
                <a:solidFill>
                  <a:srgbClr val="3B2743"/>
                </a:solidFill>
              </a:rPr>
              <a:t>Sustav</a:t>
            </a:r>
            <a:r>
              <a:rPr lang="en-US" sz="1800" dirty="0">
                <a:solidFill>
                  <a:srgbClr val="3B2743"/>
                </a:solidFill>
              </a:rPr>
              <a:t> mora </a:t>
            </a:r>
            <a:r>
              <a:rPr lang="en-US" sz="1800" dirty="0" err="1">
                <a:solidFill>
                  <a:srgbClr val="3B2743"/>
                </a:solidFill>
              </a:rPr>
              <a:t>podržavati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najmanje</a:t>
            </a:r>
            <a:r>
              <a:rPr lang="en-US" sz="1800" dirty="0">
                <a:solidFill>
                  <a:srgbClr val="3B2743"/>
                </a:solidFill>
              </a:rPr>
              <a:t> 5000 </a:t>
            </a:r>
            <a:r>
              <a:rPr lang="en-US" sz="1800" dirty="0" err="1">
                <a:solidFill>
                  <a:srgbClr val="3B2743"/>
                </a:solidFill>
              </a:rPr>
              <a:t>aktivnih</a:t>
            </a:r>
            <a:r>
              <a:rPr lang="en-US" sz="1800" dirty="0">
                <a:solidFill>
                  <a:srgbClr val="3B2743"/>
                </a:solidFill>
              </a:rPr>
              <a:t> </a:t>
            </a:r>
            <a:r>
              <a:rPr lang="en-US" sz="1800" dirty="0" err="1">
                <a:solidFill>
                  <a:srgbClr val="3B2743"/>
                </a:solidFill>
              </a:rPr>
              <a:t>korisnika</a:t>
            </a:r>
            <a:r>
              <a:rPr lang="en-US" sz="1800" dirty="0">
                <a:solidFill>
                  <a:srgbClr val="3B2743"/>
                </a:solidFill>
              </a:rPr>
              <a:t> bez </a:t>
            </a:r>
            <a:r>
              <a:rPr lang="en-US" sz="1800" dirty="0" err="1">
                <a:solidFill>
                  <a:srgbClr val="3B2743"/>
                </a:solidFill>
              </a:rPr>
              <a:t>značajnog</a:t>
            </a:r>
            <a:r>
              <a:rPr lang="en-US" sz="1800" dirty="0">
                <a:solidFill>
                  <a:srgbClr val="3B2743"/>
                </a:solidFill>
              </a:rPr>
              <a:t> pada </a:t>
            </a:r>
            <a:r>
              <a:rPr lang="en-US" sz="1800" dirty="0" err="1">
                <a:solidFill>
                  <a:srgbClr val="3B2743"/>
                </a:solidFill>
              </a:rPr>
              <a:t>performansi</a:t>
            </a:r>
            <a:r>
              <a:rPr lang="en-US" sz="1800" dirty="0">
                <a:solidFill>
                  <a:srgbClr val="3B2743"/>
                </a:solidFill>
              </a:rPr>
              <a:t>.</a:t>
            </a:r>
            <a:endParaRPr lang="en-US" sz="1800" b="0" i="0" u="none" strike="noStrike" baseline="0" dirty="0">
              <a:solidFill>
                <a:srgbClr val="3B2743"/>
              </a:solidFill>
              <a:latin typeface="Arial"/>
              <a:ea typeface="Arial"/>
              <a:cs typeface="Arial"/>
            </a:endParaRPr>
          </a:p>
          <a:p>
            <a:pPr marL="457200" indent="-457200">
              <a:lnSpc>
                <a:spcPts val="2380"/>
              </a:lnSpc>
              <a:buAutoNum type="arabicPeriod"/>
            </a:pPr>
            <a:endParaRPr lang="en-US" sz="1800" dirty="0">
              <a:solidFill>
                <a:srgbClr val="3B2743"/>
              </a:solidFill>
            </a:endParaRPr>
          </a:p>
          <a:p>
            <a:pPr marL="342900" indent="-342900" algn="ctr">
              <a:buAutoNum type="arabicPeriod"/>
            </a:pPr>
            <a:endParaRPr lang="en-US" sz="1200"/>
          </a:p>
          <a:p>
            <a:pPr marL="342900" indent="-342900" algn="ctr">
              <a:buAutoNum type="arabicPeriod"/>
            </a:pPr>
            <a:endParaRPr lang="en-US" sz="1800" dirty="0" err="1">
              <a:solidFill>
                <a:srgbClr val="3B2743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64BBB9-7A9D-F116-81A6-CD64162A2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Nefunkcijski</a:t>
            </a:r>
            <a:r>
              <a:rPr lang="en-US" dirty="0"/>
              <a:t> </a:t>
            </a:r>
            <a:r>
              <a:rPr lang="en-US" dirty="0" err="1"/>
              <a:t>zahtjevi</a:t>
            </a:r>
          </a:p>
        </p:txBody>
      </p:sp>
    </p:spTree>
    <p:extLst>
      <p:ext uri="{BB962C8B-B14F-4D97-AF65-F5344CB8AC3E}">
        <p14:creationId xmlns:p14="http://schemas.microsoft.com/office/powerpoint/2010/main" val="1649911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1"/>
          <p:cNvSpPr txBox="1">
            <a:spLocks noGrp="1"/>
          </p:cNvSpPr>
          <p:nvPr>
            <p:ph type="title"/>
          </p:nvPr>
        </p:nvSpPr>
        <p:spPr>
          <a:xfrm>
            <a:off x="492293" y="1489798"/>
            <a:ext cx="1978283" cy="21621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UML </a:t>
            </a:r>
            <a:r>
              <a:rPr lang="en" dirty="0" err="1"/>
              <a:t>dijagram</a:t>
            </a:r>
            <a:r>
              <a:rPr lang="en" dirty="0"/>
              <a:t> </a:t>
            </a:r>
            <a:r>
              <a:rPr lang="en" dirty="0" err="1"/>
              <a:t>obrazaca</a:t>
            </a:r>
            <a:r>
              <a:rPr lang="en" dirty="0"/>
              <a:t> </a:t>
            </a:r>
            <a:r>
              <a:rPr lang="en" dirty="0" err="1"/>
              <a:t>uporabe</a:t>
            </a:r>
            <a:endParaRPr lang="en-US"/>
          </a:p>
        </p:txBody>
      </p:sp>
      <p:pic>
        <p:nvPicPr>
          <p:cNvPr id="14" name="Picture 13" descr="A diagram of a company&#10;&#10;AI-generated content may be incorrect.">
            <a:extLst>
              <a:ext uri="{FF2B5EF4-FFF2-40B4-BE49-F238E27FC236}">
                <a16:creationId xmlns:a16="http://schemas.microsoft.com/office/drawing/2014/main" id="{DC22DC31-9989-1E21-47CA-1E5D99C241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7" t="7292" r="3616" b="11285"/>
          <a:stretch>
            <a:fillRect/>
          </a:stretch>
        </p:blipFill>
        <p:spPr>
          <a:xfrm>
            <a:off x="2470351" y="705446"/>
            <a:ext cx="6305029" cy="3576345"/>
          </a:xfrm>
          <a:prstGeom prst="rect">
            <a:avLst/>
          </a:prstGeom>
          <a:ln w="57150">
            <a:solidFill>
              <a:schemeClr val="bg1">
                <a:lumMod val="20000"/>
                <a:lumOff val="80000"/>
              </a:schemeClr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4333E7-6947-2462-AF00-87A5FFB17B1A}"/>
              </a:ext>
            </a:extLst>
          </p:cNvPr>
          <p:cNvSpPr/>
          <p:nvPr/>
        </p:nvSpPr>
        <p:spPr>
          <a:xfrm>
            <a:off x="535780" y="450948"/>
            <a:ext cx="8072437" cy="400942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8" name="Google Shape;508;p30"/>
          <p:cNvSpPr txBox="1">
            <a:spLocks noGrp="1"/>
          </p:cNvSpPr>
          <p:nvPr>
            <p:ph type="title"/>
          </p:nvPr>
        </p:nvSpPr>
        <p:spPr>
          <a:xfrm>
            <a:off x="720000" y="199879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4400" err="1"/>
              <a:t>Arhitektura</a:t>
            </a:r>
            <a:r>
              <a:rPr lang="en" sz="4400" dirty="0"/>
              <a:t> </a:t>
            </a:r>
            <a:r>
              <a:rPr lang="en" sz="4400" err="1"/>
              <a:t>sustava</a:t>
            </a:r>
            <a:endParaRPr lang="en" sz="4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650;p33">
            <a:extLst>
              <a:ext uri="{FF2B5EF4-FFF2-40B4-BE49-F238E27FC236}">
                <a16:creationId xmlns:a16="http://schemas.microsoft.com/office/drawing/2014/main" id="{096D6DCE-2ECF-FC57-86B3-A81961F4C6E9}"/>
              </a:ext>
            </a:extLst>
          </p:cNvPr>
          <p:cNvSpPr txBox="1">
            <a:spLocks/>
          </p:cNvSpPr>
          <p:nvPr/>
        </p:nvSpPr>
        <p:spPr>
          <a:xfrm>
            <a:off x="313699" y="381922"/>
            <a:ext cx="4966753" cy="100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Medium"/>
              <a:buNone/>
              <a:defRPr sz="3000" b="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9pPr>
          </a:lstStyle>
          <a:p>
            <a:r>
              <a:rPr lang="en" dirty="0" err="1"/>
              <a:t>Dijagram</a:t>
            </a:r>
            <a:r>
              <a:rPr lang="en" dirty="0"/>
              <a:t> </a:t>
            </a:r>
            <a:r>
              <a:rPr lang="en" dirty="0" err="1"/>
              <a:t>komponenti</a:t>
            </a:r>
            <a:br>
              <a:rPr lang="en" dirty="0"/>
            </a:br>
            <a:endParaRPr lang="en" dirty="0"/>
          </a:p>
          <a:p>
            <a:endParaRPr lang="e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3B0142-8C9B-3024-A57B-AC54C2383DDA}"/>
              </a:ext>
            </a:extLst>
          </p:cNvPr>
          <p:cNvSpPr txBox="1"/>
          <p:nvPr/>
        </p:nvSpPr>
        <p:spPr>
          <a:xfrm flipH="1">
            <a:off x="504529" y="1835051"/>
            <a:ext cx="2129727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Char char="•"/>
            </a:pPr>
            <a:r>
              <a:rPr lang="en-US" dirty="0" err="1"/>
              <a:t>Dijagram</a:t>
            </a:r>
            <a:r>
              <a:rPr lang="en-US" dirty="0"/>
              <a:t> 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komponente</a:t>
            </a:r>
            <a:r>
              <a:rPr lang="en-US" dirty="0"/>
              <a:t> </a:t>
            </a:r>
            <a:r>
              <a:rPr lang="en-US" dirty="0" err="1"/>
              <a:t>komuniciraju</a:t>
            </a:r>
            <a:r>
              <a:rPr lang="en-US" dirty="0"/>
              <a:t> 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dijele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jedna</a:t>
            </a:r>
            <a:r>
              <a:rPr lang="en-US" dirty="0"/>
              <a:t> s </a:t>
            </a:r>
            <a:r>
              <a:rPr lang="en-US" dirty="0" err="1"/>
              <a:t>drugom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278087-6235-DC90-8C98-AC2AECADE0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14" t="5023" r="1196" b="2397"/>
          <a:stretch>
            <a:fillRect/>
          </a:stretch>
        </p:blipFill>
        <p:spPr>
          <a:xfrm>
            <a:off x="311475" y="969633"/>
            <a:ext cx="8525261" cy="38620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3"/>
          <p:cNvSpPr txBox="1">
            <a:spLocks noGrp="1"/>
          </p:cNvSpPr>
          <p:nvPr>
            <p:ph type="title"/>
          </p:nvPr>
        </p:nvSpPr>
        <p:spPr>
          <a:xfrm>
            <a:off x="385137" y="677197"/>
            <a:ext cx="2614078" cy="1001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 err="1"/>
              <a:t>Dijagram</a:t>
            </a:r>
            <a:r>
              <a:rPr lang="en" dirty="0"/>
              <a:t> </a:t>
            </a:r>
            <a:r>
              <a:rPr lang="en" dirty="0" err="1"/>
              <a:t>razmlještaja</a:t>
            </a:r>
            <a:br>
              <a:rPr lang="en" dirty="0"/>
            </a:br>
            <a:endParaRPr lang="en" dirty="0"/>
          </a:p>
          <a:p>
            <a:endParaRPr lang="en" dirty="0"/>
          </a:p>
        </p:txBody>
      </p:sp>
      <p:pic>
        <p:nvPicPr>
          <p:cNvPr id="26" name="Picture 25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E4AF7F5B-17E6-A6C1-D1F0-B4186802A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5" y="445890"/>
            <a:ext cx="5598915" cy="4059734"/>
          </a:xfrm>
          <a:prstGeom prst="rect">
            <a:avLst/>
          </a:prstGeom>
          <a:ln w="57150">
            <a:solidFill>
              <a:schemeClr val="bg1">
                <a:lumMod val="20000"/>
                <a:lumOff val="80000"/>
              </a:schemeClr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B7D4DF2-43F7-2FB6-8CBF-C1741385F768}"/>
              </a:ext>
            </a:extLst>
          </p:cNvPr>
          <p:cNvSpPr txBox="1"/>
          <p:nvPr/>
        </p:nvSpPr>
        <p:spPr>
          <a:xfrm flipH="1">
            <a:off x="544713" y="1803797"/>
            <a:ext cx="237975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Char char="•"/>
            </a:pPr>
            <a:r>
              <a:rPr lang="en-US" err="1"/>
              <a:t>Dijagram</a:t>
            </a:r>
            <a:r>
              <a:rPr lang="en-US" dirty="0"/>
              <a:t> </a:t>
            </a:r>
            <a:r>
              <a:rPr lang="en-US" err="1"/>
              <a:t>pokazuje</a:t>
            </a:r>
            <a:r>
              <a:rPr lang="en-US" dirty="0"/>
              <a:t> </a:t>
            </a:r>
            <a:r>
              <a:rPr lang="en-US" err="1"/>
              <a:t>kako</a:t>
            </a:r>
            <a:r>
              <a:rPr lang="en-US" dirty="0"/>
              <a:t> </a:t>
            </a:r>
            <a:r>
              <a:rPr lang="en-US" err="1"/>
              <a:t>sustav</a:t>
            </a:r>
            <a:r>
              <a:rPr lang="en-US" dirty="0"/>
              <a:t> </a:t>
            </a:r>
            <a:r>
              <a:rPr lang="en-US" err="1"/>
              <a:t>radi</a:t>
            </a:r>
            <a:r>
              <a:rPr lang="en-US" dirty="0"/>
              <a:t> s </a:t>
            </a:r>
            <a:r>
              <a:rPr lang="en-US" err="1"/>
              <a:t>visoke</a:t>
            </a:r>
            <a:r>
              <a:rPr lang="en-US" dirty="0"/>
              <a:t> </a:t>
            </a:r>
            <a:r>
              <a:rPr lang="en-US" err="1"/>
              <a:t>razine</a:t>
            </a:r>
            <a:r>
              <a:rPr lang="en-US" dirty="0"/>
              <a:t> </a:t>
            </a:r>
            <a:r>
              <a:rPr lang="en-US" err="1"/>
              <a:t>apstrakcije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>
          <a:extLst>
            <a:ext uri="{FF2B5EF4-FFF2-40B4-BE49-F238E27FC236}">
              <a16:creationId xmlns:a16="http://schemas.microsoft.com/office/drawing/2014/main" id="{6F712CDB-0900-0091-66E5-C3C6917BA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5C62AD16-D89F-0AA4-12D3-21E7362AEE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err="1"/>
              <a:t>Ispitivanje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6A1306-ABDD-12B6-5ECD-0B5241008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189767"/>
              </p:ext>
            </p:extLst>
          </p:nvPr>
        </p:nvGraphicFramePr>
        <p:xfrm>
          <a:off x="737751" y="1284425"/>
          <a:ext cx="7668447" cy="3264408"/>
        </p:xfrm>
        <a:graphic>
          <a:graphicData uri="http://schemas.openxmlformats.org/drawingml/2006/table">
            <a:tbl>
              <a:tblPr firstRow="1" bandRow="1">
                <a:noFill/>
                <a:tableStyleId>{57EB242C-26CD-414B-9D65-A5A690DE4154}</a:tableStyleId>
              </a:tblPr>
              <a:tblGrid>
                <a:gridCol w="3830283">
                  <a:extLst>
                    <a:ext uri="{9D8B030D-6E8A-4147-A177-3AD203B41FA5}">
                      <a16:colId xmlns:a16="http://schemas.microsoft.com/office/drawing/2014/main" val="3035972181"/>
                    </a:ext>
                  </a:extLst>
                </a:gridCol>
                <a:gridCol w="3838164">
                  <a:extLst>
                    <a:ext uri="{9D8B030D-6E8A-4147-A177-3AD203B41FA5}">
                      <a16:colId xmlns:a16="http://schemas.microsoft.com/office/drawing/2014/main" val="1205852533"/>
                    </a:ext>
                  </a:extLst>
                </a:gridCol>
              </a:tblGrid>
              <a:tr h="49011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err="1">
                          <a:solidFill>
                            <a:schemeClr val="tx1"/>
                          </a:solidFill>
                        </a:rPr>
                        <a:t>Ispitivanje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1" err="1">
                          <a:solidFill>
                            <a:schemeClr val="tx1"/>
                          </a:solidFill>
                        </a:rPr>
                        <a:t>komponenti</a:t>
                      </a:r>
                    </a:p>
                  </a:txBody>
                  <a:tcPr marL="181524" marR="136143" marT="90762" marB="9076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E733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err="1">
                          <a:solidFill>
                            <a:schemeClr val="tx1"/>
                          </a:solidFill>
                        </a:rPr>
                        <a:t>Ispitivanje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1" err="1">
                          <a:solidFill>
                            <a:schemeClr val="tx1"/>
                          </a:solidFill>
                        </a:rPr>
                        <a:t>sustava</a:t>
                      </a:r>
                    </a:p>
                  </a:txBody>
                  <a:tcPr marL="181524" marR="136143" marT="90762" marB="9076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rgbClr val="0E733B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049498"/>
                  </a:ext>
                </a:extLst>
              </a:tr>
              <a:tr h="2774293"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1300" b="0" i="0" u="none" strike="noStrike" noProof="0" dirty="0">
                        <a:solidFill>
                          <a:schemeClr val="tx1"/>
                        </a:solidFill>
                        <a:latin typeface="Arial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Automatizirano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testirane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ključnih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funkcionalnosti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: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registracija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,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prijava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,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promjena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uloga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generiranje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tjednog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plana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prehrane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.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Provjereni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iznimni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slučajevi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(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nepostojeći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korisnik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,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nepostojeći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endpoint,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prenizak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budžet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)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radi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robusnosti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sustava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.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Testirana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sigurnosna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pravila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pristupa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(student ne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može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objaviti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recept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, admin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može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mijenjati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uloge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).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Svi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testovi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uspješno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prošli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uz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ispravne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HTTP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kodove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promjene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u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bazi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podataka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.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181524" marR="136143" marT="90762" marB="9076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rgbClr val="0E733B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1300" b="0" i="0" u="none" strike="noStrike" noProof="0" dirty="0">
                        <a:solidFill>
                          <a:schemeClr val="tx1"/>
                        </a:solidFill>
                        <a:latin typeface="Arial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Provedeno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testiranje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korisničkih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tokova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: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registracija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, 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dodavanje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recepta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uređivanje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profila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.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Testirani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scenariji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obrade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pogrešaka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(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neispravna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lozinka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,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poruke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sustava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).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Automatizirani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UI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testovi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pomoću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alata Playwright.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Potvrđena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stabilnost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aplikacije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u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realnim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uvjetima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sz="1300" b="0" i="0" u="none" strike="noStrike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korištenja</a:t>
                      </a:r>
                      <a:r>
                        <a:rPr lang="en-US" sz="1300" b="0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.</a:t>
                      </a: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  <a:p>
                      <a:pPr lvl="0">
                        <a:buNone/>
                      </a:pPr>
                      <a:endParaRPr 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181524" marR="136143" marT="90762" marB="90762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rgbClr val="0E733B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092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136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>
          <a:extLst>
            <a:ext uri="{FF2B5EF4-FFF2-40B4-BE49-F238E27FC236}">
              <a16:creationId xmlns:a16="http://schemas.microsoft.com/office/drawing/2014/main" id="{B7BB91F1-F18C-E793-4F65-CA096A0EA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4CDF8FAF-D1CB-93C8-818C-DC978BEE29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920" y="631932"/>
            <a:ext cx="5520168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dirty="0" err="1"/>
              <a:t>Korišteni</a:t>
            </a:r>
            <a:r>
              <a:rPr lang="en" dirty="0"/>
              <a:t> </a:t>
            </a:r>
            <a:r>
              <a:rPr lang="en" dirty="0" err="1"/>
              <a:t>alati</a:t>
            </a:r>
            <a:r>
              <a:rPr lang="en" dirty="0"/>
              <a:t> </a:t>
            </a:r>
            <a:r>
              <a:rPr lang="en" dirty="0" err="1"/>
              <a:t>i</a:t>
            </a:r>
            <a:r>
              <a:rPr lang="en" dirty="0"/>
              <a:t> </a:t>
            </a:r>
            <a:r>
              <a:rPr lang="en" dirty="0" err="1"/>
              <a:t>tehnologije</a:t>
            </a:r>
            <a:endParaRPr lang="en-US" dirty="0" err="1"/>
          </a:p>
        </p:txBody>
      </p:sp>
      <p:sp>
        <p:nvSpPr>
          <p:cNvPr id="472" name="Google Shape;472;p28">
            <a:extLst>
              <a:ext uri="{FF2B5EF4-FFF2-40B4-BE49-F238E27FC236}">
                <a16:creationId xmlns:a16="http://schemas.microsoft.com/office/drawing/2014/main" id="{19804252-E97B-E14E-F6B7-1639FF67D1D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82920" y="1366689"/>
            <a:ext cx="7930748" cy="33716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Courier New"/>
              <a:buChar char="o"/>
            </a:pPr>
            <a:r>
              <a:rPr lang="en-US" sz="1800" b="0" err="1">
                <a:latin typeface="Arial"/>
              </a:rPr>
              <a:t>Programski</a:t>
            </a:r>
            <a:r>
              <a:rPr lang="en-US" sz="1800" b="0" dirty="0">
                <a:latin typeface="Arial"/>
              </a:rPr>
              <a:t> </a:t>
            </a:r>
            <a:r>
              <a:rPr lang="en-US" sz="1800" b="0" err="1">
                <a:latin typeface="Arial"/>
              </a:rPr>
              <a:t>jezik</a:t>
            </a:r>
            <a:r>
              <a:rPr lang="en-US" sz="1800" b="0" dirty="0">
                <a:latin typeface="Arial"/>
              </a:rPr>
              <a:t>: JavaScript (ES2022)</a:t>
            </a:r>
            <a:endParaRPr lang="en-US"/>
          </a:p>
          <a:p>
            <a:pPr marL="285750" indent="-285750">
              <a:buFont typeface="Courier New"/>
              <a:buChar char="o"/>
            </a:pPr>
            <a:r>
              <a:rPr lang="en-US" sz="1800" b="0" dirty="0">
                <a:latin typeface="Arial"/>
              </a:rPr>
              <a:t>Frontend: React JS (v19)</a:t>
            </a:r>
          </a:p>
          <a:p>
            <a:pPr marL="285750" indent="-285750">
              <a:buFont typeface="Courier New"/>
              <a:buChar char="o"/>
            </a:pPr>
            <a:r>
              <a:rPr lang="en-US" sz="1800" b="0" dirty="0">
                <a:solidFill>
                  <a:srgbClr val="3B2743"/>
                </a:solidFill>
                <a:latin typeface="Arial"/>
                <a:cs typeface="Arial"/>
                <a:sym typeface="Arial"/>
              </a:rPr>
              <a:t>Backend</a:t>
            </a:r>
            <a:r>
              <a:rPr lang="en-US" sz="1800" b="0" dirty="0">
                <a:latin typeface="Arial"/>
              </a:rPr>
              <a:t>: Node.js (v23), Express.js</a:t>
            </a:r>
          </a:p>
          <a:p>
            <a:pPr marL="285750" indent="-285750">
              <a:buFont typeface="Courier New"/>
              <a:buChar char="o"/>
            </a:pPr>
            <a:r>
              <a:rPr lang="en-US" sz="1800" b="0" dirty="0">
                <a:latin typeface="Arial"/>
              </a:rPr>
              <a:t>Baza </a:t>
            </a:r>
            <a:r>
              <a:rPr lang="en-US" sz="1800" b="0" err="1">
                <a:latin typeface="Arial"/>
              </a:rPr>
              <a:t>podataka</a:t>
            </a:r>
            <a:r>
              <a:rPr lang="en-US" sz="1800" b="0" dirty="0">
                <a:latin typeface="Arial"/>
              </a:rPr>
              <a:t>: PostgreSQL (v18)</a:t>
            </a:r>
          </a:p>
          <a:p>
            <a:pPr marL="285750" indent="-285750">
              <a:buFont typeface="Courier New"/>
              <a:buChar char="o"/>
            </a:pPr>
            <a:r>
              <a:rPr lang="en-US" sz="1800" b="0" err="1">
                <a:latin typeface="Arial"/>
              </a:rPr>
              <a:t>Razvojni</a:t>
            </a:r>
            <a:r>
              <a:rPr lang="en-US" sz="1800" b="0" dirty="0">
                <a:latin typeface="Arial"/>
              </a:rPr>
              <a:t> </a:t>
            </a:r>
            <a:r>
              <a:rPr lang="en-US" sz="1800" b="0" err="1">
                <a:latin typeface="Arial"/>
              </a:rPr>
              <a:t>alati</a:t>
            </a:r>
            <a:r>
              <a:rPr lang="en-US" sz="1800" b="0" dirty="0">
                <a:latin typeface="Arial"/>
              </a:rPr>
              <a:t>: Visual Studio Code, Git, GitHub</a:t>
            </a:r>
          </a:p>
          <a:p>
            <a:pPr marL="285750" indent="-285750">
              <a:buFont typeface="Courier New"/>
              <a:buChar char="o"/>
            </a:pPr>
            <a:r>
              <a:rPr lang="en-US" sz="1800" b="0" err="1">
                <a:latin typeface="Arial"/>
              </a:rPr>
              <a:t>Ispitivanje</a:t>
            </a:r>
            <a:r>
              <a:rPr lang="en-US" sz="1800" b="0" dirty="0">
                <a:latin typeface="Arial"/>
              </a:rPr>
              <a:t>: Playwright</a:t>
            </a:r>
          </a:p>
          <a:p>
            <a:pPr marL="285750" indent="-285750">
              <a:buFont typeface="Courier New"/>
              <a:buChar char="o"/>
            </a:pPr>
            <a:r>
              <a:rPr lang="en-US" sz="1800" b="0" dirty="0">
                <a:latin typeface="Arial"/>
              </a:rPr>
              <a:t>Cloud </a:t>
            </a:r>
            <a:r>
              <a:rPr lang="en-US" sz="1800" b="0" err="1">
                <a:latin typeface="Arial"/>
              </a:rPr>
              <a:t>platforma</a:t>
            </a:r>
            <a:r>
              <a:rPr lang="en-US" sz="1800" b="0" dirty="0">
                <a:latin typeface="Arial"/>
              </a:rPr>
              <a:t>: Render</a:t>
            </a:r>
          </a:p>
          <a:p>
            <a:pPr marL="285750" indent="-285750">
              <a:buFont typeface="Courier New"/>
              <a:buChar char="o"/>
            </a:pPr>
            <a:r>
              <a:rPr lang="en-US" sz="1800" b="0" err="1">
                <a:latin typeface="Arial"/>
              </a:rPr>
              <a:t>Ostalo</a:t>
            </a:r>
            <a:r>
              <a:rPr lang="en-US" sz="1800" b="0" dirty="0">
                <a:latin typeface="Arial"/>
              </a:rPr>
              <a:t>: </a:t>
            </a:r>
            <a:r>
              <a:rPr lang="en-US" sz="1800" b="0" err="1">
                <a:latin typeface="Arial"/>
              </a:rPr>
              <a:t>Nodemailer</a:t>
            </a:r>
            <a:r>
              <a:rPr lang="en-US" sz="1800" b="0" dirty="0">
                <a:latin typeface="Arial"/>
              </a:rPr>
              <a:t>, </a:t>
            </a:r>
            <a:r>
              <a:rPr lang="en-US" sz="1800" b="0" err="1">
                <a:latin typeface="Arial"/>
              </a:rPr>
              <a:t>Cloudinary</a:t>
            </a:r>
            <a:endParaRPr lang="en-US" sz="1800" b="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9702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6"/>
          <p:cNvSpPr txBox="1">
            <a:spLocks noGrp="1"/>
          </p:cNvSpPr>
          <p:nvPr>
            <p:ph type="title"/>
          </p:nvPr>
        </p:nvSpPr>
        <p:spPr>
          <a:xfrm>
            <a:off x="184948" y="463595"/>
            <a:ext cx="8807671" cy="63033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" sz="2800" err="1"/>
              <a:t>Organizacija</a:t>
            </a:r>
            <a:r>
              <a:rPr lang="en" sz="2800"/>
              <a:t> rada</a:t>
            </a:r>
            <a:endParaRPr lang="en-US" sz="2800"/>
          </a:p>
        </p:txBody>
      </p:sp>
      <p:sp>
        <p:nvSpPr>
          <p:cNvPr id="5" name="Google Shape;472;p28">
            <a:extLst>
              <a:ext uri="{FF2B5EF4-FFF2-40B4-BE49-F238E27FC236}">
                <a16:creationId xmlns:a16="http://schemas.microsoft.com/office/drawing/2014/main" id="{7A72761B-2CB0-CF21-4A1A-C27851896E28}"/>
              </a:ext>
            </a:extLst>
          </p:cNvPr>
          <p:cNvSpPr txBox="1">
            <a:spLocks/>
          </p:cNvSpPr>
          <p:nvPr/>
        </p:nvSpPr>
        <p:spPr>
          <a:xfrm>
            <a:off x="180146" y="1284425"/>
            <a:ext cx="4201329" cy="37350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spcAft>
                <a:spcPts val="600"/>
              </a:spcAft>
              <a:buFont typeface="Arial"/>
              <a:buChar char="o"/>
            </a:pPr>
            <a:r>
              <a:rPr lang="en-US" sz="1800" b="0" i="0" u="none" strike="noStrike" cap="none" err="1">
                <a:solidFill>
                  <a:schemeClr val="dk1"/>
                </a:solidFill>
              </a:rPr>
              <a:t>Komunikacija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err="1">
                <a:solidFill>
                  <a:schemeClr val="dk1"/>
                </a:solidFill>
              </a:rPr>
              <a:t>članova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err="1">
                <a:solidFill>
                  <a:schemeClr val="dk1"/>
                </a:solidFill>
              </a:rPr>
              <a:t>tima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err="1">
                <a:solidFill>
                  <a:schemeClr val="dk1"/>
                </a:solidFill>
              </a:rPr>
              <a:t>odvijala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se </a:t>
            </a:r>
            <a:r>
              <a:rPr lang="en-US" sz="1800" b="0" i="0" u="none" strike="noStrike" cap="none" err="1">
                <a:solidFill>
                  <a:schemeClr val="dk1"/>
                </a:solidFill>
              </a:rPr>
              <a:t>preko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 </a:t>
            </a:r>
            <a:r>
              <a:rPr lang="en-US" sz="1800" b="0" i="0" u="none" strike="noStrike" cap="none" err="1">
                <a:solidFill>
                  <a:schemeClr val="dk1"/>
                </a:solidFill>
              </a:rPr>
              <a:t>aplikacija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Discord I </a:t>
            </a:r>
            <a:r>
              <a:rPr lang="en-US" sz="1800" b="0" i="0" u="none" strike="noStrike" cap="none" err="1">
                <a:solidFill>
                  <a:schemeClr val="dk1"/>
                </a:solidFill>
              </a:rPr>
              <a:t>Whatsapp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err="1">
                <a:solidFill>
                  <a:schemeClr val="dk1"/>
                </a:solidFill>
              </a:rPr>
              <a:t>te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 </a:t>
            </a:r>
            <a:r>
              <a:rPr lang="en-US" sz="1800" b="0" i="0" u="none" strike="noStrike" cap="none" err="1">
                <a:solidFill>
                  <a:schemeClr val="dk1"/>
                </a:solidFill>
              </a:rPr>
              <a:t>sastajanjima</a:t>
            </a:r>
            <a:r>
              <a:rPr lang="en-US" sz="18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1800" b="0" i="0" u="none" strike="noStrike" cap="none" err="1">
                <a:solidFill>
                  <a:schemeClr val="dk1"/>
                </a:solidFill>
              </a:rPr>
              <a:t>uživo</a:t>
            </a:r>
            <a:endParaRPr lang="en-US" sz="1800">
              <a:solidFill>
                <a:schemeClr val="dk1"/>
              </a:solidFill>
            </a:endParaRPr>
          </a:p>
          <a:p>
            <a:pPr marL="285750" indent="-285750">
              <a:spcAft>
                <a:spcPts val="600"/>
              </a:spcAft>
              <a:buFont typeface="Arial"/>
              <a:buChar char="o"/>
            </a:pPr>
            <a:r>
              <a:rPr lang="en-US" sz="1800" dirty="0" err="1">
                <a:solidFill>
                  <a:schemeClr val="dk1"/>
                </a:solidFill>
              </a:rPr>
              <a:t>Aktivnosti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tima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prikazane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 err="1">
                <a:solidFill>
                  <a:schemeClr val="dk1"/>
                </a:solidFill>
              </a:rPr>
              <a:t>su</a:t>
            </a:r>
            <a:r>
              <a:rPr lang="en-US" sz="1800" dirty="0">
                <a:solidFill>
                  <a:schemeClr val="dk1"/>
                </a:solidFill>
              </a:rPr>
              <a:t> u </a:t>
            </a:r>
            <a:r>
              <a:rPr lang="en-US" sz="1800" dirty="0" err="1">
                <a:solidFill>
                  <a:schemeClr val="dk1"/>
                </a:solidFill>
              </a:rPr>
              <a:t>tablici</a:t>
            </a:r>
            <a:endParaRPr lang="en-US" sz="1800" b="0" i="0" u="none" strike="noStrike" cap="none" dirty="0">
              <a:solidFill>
                <a:schemeClr val="dk1"/>
              </a:solidFill>
            </a:endParaRPr>
          </a:p>
          <a:p>
            <a:pPr marL="285750" indent="-285750" algn="ctr">
              <a:spcAft>
                <a:spcPts val="600"/>
              </a:spcAft>
              <a:buFont typeface="Arial"/>
              <a:buChar char="o"/>
            </a:pPr>
            <a:endParaRPr lang="en-US" sz="1200">
              <a:solidFill>
                <a:schemeClr val="dk1"/>
              </a:solidFill>
            </a:endParaRPr>
          </a:p>
        </p:txBody>
      </p:sp>
      <p:pic>
        <p:nvPicPr>
          <p:cNvPr id="2" name="Picture 1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003227AB-6153-3118-C2FC-0FF2FA8069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2" b="-64"/>
          <a:stretch>
            <a:fillRect/>
          </a:stretch>
        </p:blipFill>
        <p:spPr>
          <a:xfrm>
            <a:off x="4676030" y="1284425"/>
            <a:ext cx="4316639" cy="3737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37"/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" sz="2900" err="1"/>
              <a:t>Vremenski</a:t>
            </a:r>
            <a:r>
              <a:rPr lang="en" sz="2900"/>
              <a:t> </a:t>
            </a:r>
            <a:r>
              <a:rPr lang="en" sz="2900" err="1"/>
              <a:t>okvir</a:t>
            </a:r>
            <a:r>
              <a:rPr lang="en" sz="2900"/>
              <a:t> </a:t>
            </a:r>
            <a:r>
              <a:rPr lang="en" sz="2900" err="1"/>
              <a:t>razvoja</a:t>
            </a:r>
          </a:p>
        </p:txBody>
      </p:sp>
      <p:pic>
        <p:nvPicPr>
          <p:cNvPr id="3" name="Picture 2" descr="A pie chart with different colored sections&#10;&#10;AI-generated content may be incorrect.">
            <a:extLst>
              <a:ext uri="{FF2B5EF4-FFF2-40B4-BE49-F238E27FC236}">
                <a16:creationId xmlns:a16="http://schemas.microsoft.com/office/drawing/2014/main" id="{52B7C2AB-F6D5-A072-ED35-A80205E15A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09" r="3154"/>
          <a:stretch>
            <a:fillRect/>
          </a:stretch>
        </p:blipFill>
        <p:spPr>
          <a:xfrm>
            <a:off x="2114567" y="1004835"/>
            <a:ext cx="4912010" cy="36048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97;p37">
            <a:extLst>
              <a:ext uri="{FF2B5EF4-FFF2-40B4-BE49-F238E27FC236}">
                <a16:creationId xmlns:a16="http://schemas.microsoft.com/office/drawing/2014/main" id="{1BB1F055-2BCF-155A-F50B-DD60BAF6B8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21225"/>
            <a:ext cx="7717500" cy="572700"/>
          </a:xfr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" sz="2900" dirty="0" err="1"/>
              <a:t>Zaključak</a:t>
            </a:r>
            <a:endParaRPr lang="en-US" dirty="0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ED8B60-0156-1138-F425-6144A1899F9F}"/>
              </a:ext>
            </a:extLst>
          </p:cNvPr>
          <p:cNvSpPr txBox="1"/>
          <p:nvPr/>
        </p:nvSpPr>
        <p:spPr>
          <a:xfrm>
            <a:off x="715576" y="1092574"/>
            <a:ext cx="7856923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1600" dirty="0"/>
              <a:t>Rad s </a:t>
            </a:r>
            <a:r>
              <a:rPr lang="en-US" sz="1600" dirty="0" err="1"/>
              <a:t>novim</a:t>
            </a:r>
            <a:r>
              <a:rPr lang="en-US" sz="1600" dirty="0"/>
              <a:t> </a:t>
            </a:r>
            <a:r>
              <a:rPr lang="en-US" sz="1600" dirty="0" err="1"/>
              <a:t>tehnologijama</a:t>
            </a:r>
            <a:r>
              <a:rPr lang="en-US" sz="1600" dirty="0"/>
              <a:t> (React, Node.js, PostgreSQL, </a:t>
            </a:r>
            <a:r>
              <a:rPr lang="en-US" sz="1600" dirty="0" err="1"/>
              <a:t>Cloudinary</a:t>
            </a:r>
            <a:r>
              <a:rPr lang="en-US" sz="1600" dirty="0"/>
              <a:t>, Playwright) bio je </a:t>
            </a:r>
            <a:r>
              <a:rPr lang="en-US" sz="1600" dirty="0" err="1"/>
              <a:t>velik</a:t>
            </a:r>
            <a:r>
              <a:rPr lang="en-US" sz="1600" dirty="0"/>
              <a:t> </a:t>
            </a:r>
            <a:r>
              <a:rPr lang="en-US" sz="1600" dirty="0" err="1"/>
              <a:t>izazov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pokazao</a:t>
            </a:r>
            <a:r>
              <a:rPr lang="en-US" sz="1600" dirty="0"/>
              <a:t> </a:t>
            </a:r>
            <a:r>
              <a:rPr lang="en-US" sz="1600" dirty="0" err="1"/>
              <a:t>nam</a:t>
            </a:r>
            <a:r>
              <a:rPr lang="en-US" sz="1600" dirty="0"/>
              <a:t> da </a:t>
            </a:r>
            <a:r>
              <a:rPr lang="en-US" sz="1600" dirty="0" err="1"/>
              <a:t>razvoj</a:t>
            </a:r>
            <a:r>
              <a:rPr lang="en-US" sz="1600" dirty="0"/>
              <a:t> </a:t>
            </a:r>
            <a:r>
              <a:rPr lang="en-US" sz="1600" dirty="0" err="1"/>
              <a:t>softvera</a:t>
            </a:r>
            <a:r>
              <a:rPr lang="en-US" sz="1600" dirty="0"/>
              <a:t> </a:t>
            </a:r>
            <a:r>
              <a:rPr lang="en-US" sz="1600" dirty="0" err="1"/>
              <a:t>gotovo</a:t>
            </a:r>
            <a:r>
              <a:rPr lang="en-US" sz="1600" dirty="0"/>
              <a:t> </a:t>
            </a:r>
            <a:r>
              <a:rPr lang="en-US" sz="1600" dirty="0" err="1"/>
              <a:t>uvijek</a:t>
            </a:r>
            <a:r>
              <a:rPr lang="en-US" sz="1600" dirty="0"/>
              <a:t> </a:t>
            </a:r>
            <a:r>
              <a:rPr lang="en-US" sz="1600" dirty="0" err="1"/>
              <a:t>traje</a:t>
            </a:r>
            <a:r>
              <a:rPr lang="en-US" sz="1600" dirty="0"/>
              <a:t> </a:t>
            </a:r>
            <a:r>
              <a:rPr lang="en-US" sz="1600" dirty="0" err="1"/>
              <a:t>dulje</a:t>
            </a:r>
            <a:r>
              <a:rPr lang="en-US" sz="1600" dirty="0"/>
              <a:t> </a:t>
            </a:r>
            <a:r>
              <a:rPr lang="en-US" sz="1600" dirty="0" err="1"/>
              <a:t>nego</a:t>
            </a:r>
            <a:r>
              <a:rPr lang="en-US" sz="1600" dirty="0"/>
              <a:t> </a:t>
            </a:r>
            <a:r>
              <a:rPr lang="en-US" sz="1600" dirty="0" err="1"/>
              <a:t>što</a:t>
            </a:r>
            <a:r>
              <a:rPr lang="en-US" sz="1600" dirty="0"/>
              <a:t> se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prvu</a:t>
            </a:r>
            <a:r>
              <a:rPr lang="en-US" sz="1600" dirty="0"/>
              <a:t> </a:t>
            </a:r>
            <a:r>
              <a:rPr lang="en-US" sz="1600" dirty="0" err="1"/>
              <a:t>čini</a:t>
            </a:r>
            <a:r>
              <a:rPr lang="en-US" sz="1600" dirty="0"/>
              <a:t>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600" dirty="0" err="1"/>
              <a:t>Razvoj</a:t>
            </a:r>
            <a:r>
              <a:rPr lang="en-US" sz="1600" dirty="0"/>
              <a:t> frontend </a:t>
            </a:r>
            <a:r>
              <a:rPr lang="en-US" sz="1600" dirty="0" err="1"/>
              <a:t>i</a:t>
            </a:r>
            <a:r>
              <a:rPr lang="en-US" sz="1600" dirty="0"/>
              <a:t> backend </a:t>
            </a:r>
            <a:r>
              <a:rPr lang="en-US" sz="1600" dirty="0" err="1"/>
              <a:t>dijela</a:t>
            </a:r>
            <a:r>
              <a:rPr lang="en-US" sz="1600" dirty="0"/>
              <a:t> </a:t>
            </a:r>
            <a:r>
              <a:rPr lang="en-US" sz="1600" dirty="0" err="1"/>
              <a:t>zahtijevao</a:t>
            </a:r>
            <a:r>
              <a:rPr lang="en-US" sz="1600" dirty="0"/>
              <a:t> je </a:t>
            </a:r>
            <a:r>
              <a:rPr lang="en-US" sz="1600" dirty="0" err="1"/>
              <a:t>usvajanje</a:t>
            </a:r>
            <a:r>
              <a:rPr lang="en-US" sz="1600" dirty="0"/>
              <a:t> REST </a:t>
            </a:r>
            <a:r>
              <a:rPr lang="en-US" sz="1600" dirty="0" err="1"/>
              <a:t>arhitekture</a:t>
            </a:r>
            <a:r>
              <a:rPr lang="en-US" sz="1600" dirty="0"/>
              <a:t>, OAuth </a:t>
            </a:r>
            <a:r>
              <a:rPr lang="en-US" sz="1600" dirty="0" err="1"/>
              <a:t>autentifikacije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rada s </a:t>
            </a:r>
            <a:r>
              <a:rPr lang="en-US" sz="1600" dirty="0" err="1"/>
              <a:t>bazom</a:t>
            </a:r>
            <a:r>
              <a:rPr lang="en-US" sz="1600" dirty="0"/>
              <a:t> </a:t>
            </a:r>
            <a:r>
              <a:rPr lang="en-US" sz="1600" dirty="0" err="1"/>
              <a:t>podataka</a:t>
            </a:r>
            <a:r>
              <a:rPr lang="en-US" sz="1600" dirty="0"/>
              <a:t>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600" dirty="0" err="1"/>
              <a:t>Integracija</a:t>
            </a:r>
            <a:r>
              <a:rPr lang="en-US" sz="1600" dirty="0"/>
              <a:t> </a:t>
            </a:r>
            <a:r>
              <a:rPr lang="en-US" sz="1600" dirty="0" err="1"/>
              <a:t>vanjskih</a:t>
            </a:r>
            <a:r>
              <a:rPr lang="en-US" sz="1600" dirty="0"/>
              <a:t> </a:t>
            </a:r>
            <a:r>
              <a:rPr lang="en-US" sz="1600" dirty="0" err="1"/>
              <a:t>servisa</a:t>
            </a:r>
            <a:r>
              <a:rPr lang="en-US" sz="1600" dirty="0"/>
              <a:t> (Google </a:t>
            </a:r>
            <a:r>
              <a:rPr lang="en-US" sz="1600" dirty="0" err="1"/>
              <a:t>prijava</a:t>
            </a:r>
            <a:r>
              <a:rPr lang="en-US" sz="1600" dirty="0"/>
              <a:t>, e-mail </a:t>
            </a:r>
            <a:r>
              <a:rPr lang="en-US" sz="1600" dirty="0" err="1"/>
              <a:t>obavijesti</a:t>
            </a:r>
            <a:r>
              <a:rPr lang="en-US" sz="1600" dirty="0"/>
              <a:t>, </a:t>
            </a:r>
            <a:r>
              <a:rPr lang="en-US" sz="1600" dirty="0" err="1"/>
              <a:t>pohrana</a:t>
            </a:r>
            <a:r>
              <a:rPr lang="en-US" sz="1600" dirty="0"/>
              <a:t> </a:t>
            </a:r>
            <a:r>
              <a:rPr lang="en-US" sz="1600" dirty="0" err="1"/>
              <a:t>multimedije</a:t>
            </a:r>
            <a:r>
              <a:rPr lang="en-US" sz="1600" dirty="0"/>
              <a:t>) </a:t>
            </a:r>
            <a:r>
              <a:rPr lang="en-US" sz="1600" dirty="0" err="1"/>
              <a:t>bila</a:t>
            </a:r>
            <a:r>
              <a:rPr lang="en-US" sz="1600" dirty="0"/>
              <a:t> je </a:t>
            </a:r>
            <a:r>
              <a:rPr lang="en-US" sz="1600" dirty="0" err="1"/>
              <a:t>tehnički</a:t>
            </a:r>
            <a:r>
              <a:rPr lang="en-US" sz="1600" dirty="0"/>
              <a:t> </a:t>
            </a:r>
            <a:r>
              <a:rPr lang="en-US" sz="1600" dirty="0" err="1"/>
              <a:t>zahtjevna</a:t>
            </a:r>
            <a:r>
              <a:rPr lang="en-US" sz="1600" dirty="0"/>
              <a:t>, </a:t>
            </a:r>
            <a:r>
              <a:rPr lang="en-US" sz="1600" dirty="0" err="1"/>
              <a:t>ali</a:t>
            </a:r>
            <a:r>
              <a:rPr lang="en-US" sz="1600" dirty="0"/>
              <a:t> </a:t>
            </a:r>
            <a:r>
              <a:rPr lang="en-US" sz="1600" dirty="0" err="1"/>
              <a:t>vrlo</a:t>
            </a:r>
            <a:r>
              <a:rPr lang="en-US" sz="1600" dirty="0"/>
              <a:t> </a:t>
            </a:r>
            <a:r>
              <a:rPr lang="en-US" sz="1600" dirty="0" err="1"/>
              <a:t>poučna</a:t>
            </a:r>
            <a:r>
              <a:rPr lang="en-US" sz="1600" dirty="0"/>
              <a:t>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600" dirty="0" err="1"/>
              <a:t>Značajno</a:t>
            </a:r>
            <a:r>
              <a:rPr lang="en-US" sz="1600" dirty="0"/>
              <a:t> </a:t>
            </a:r>
            <a:r>
              <a:rPr lang="en-US" sz="1600" dirty="0" err="1"/>
              <a:t>smo</a:t>
            </a:r>
            <a:r>
              <a:rPr lang="en-US" sz="1600" dirty="0"/>
              <a:t> </a:t>
            </a:r>
            <a:r>
              <a:rPr lang="en-US" sz="1600" dirty="0" err="1"/>
              <a:t>unaprijedili</a:t>
            </a:r>
            <a:r>
              <a:rPr lang="en-US" sz="1600" dirty="0"/>
              <a:t> </a:t>
            </a:r>
            <a:r>
              <a:rPr lang="en-US" sz="1600" dirty="0" err="1"/>
              <a:t>timski</a:t>
            </a:r>
            <a:r>
              <a:rPr lang="en-US" sz="1600" dirty="0"/>
              <a:t> rad </a:t>
            </a:r>
            <a:r>
              <a:rPr lang="en-US" sz="1600" dirty="0" err="1"/>
              <a:t>kroz</a:t>
            </a:r>
            <a:r>
              <a:rPr lang="en-US" sz="1600" dirty="0"/>
              <a:t> </a:t>
            </a:r>
            <a:r>
              <a:rPr lang="en-US" sz="1600" dirty="0" err="1"/>
              <a:t>bolju</a:t>
            </a:r>
            <a:r>
              <a:rPr lang="en-US" sz="1600" dirty="0"/>
              <a:t> </a:t>
            </a:r>
            <a:r>
              <a:rPr lang="en-US" sz="1600" dirty="0" err="1"/>
              <a:t>organizaciju</a:t>
            </a:r>
            <a:r>
              <a:rPr lang="en-US" sz="1600" dirty="0"/>
              <a:t>, </a:t>
            </a:r>
            <a:r>
              <a:rPr lang="en-US" sz="1600" dirty="0" err="1"/>
              <a:t>podjelu</a:t>
            </a:r>
            <a:r>
              <a:rPr lang="en-US" sz="1600" dirty="0"/>
              <a:t> </a:t>
            </a:r>
            <a:r>
              <a:rPr lang="en-US" sz="1600" dirty="0" err="1"/>
              <a:t>zadataka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kontinuiranu</a:t>
            </a:r>
            <a:r>
              <a:rPr lang="en-US" sz="1600" dirty="0"/>
              <a:t> </a:t>
            </a:r>
            <a:r>
              <a:rPr lang="en-US" sz="1600" dirty="0" err="1"/>
              <a:t>komunikaciju</a:t>
            </a:r>
            <a:r>
              <a:rPr lang="en-US" sz="1600" dirty="0"/>
              <a:t>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600" dirty="0"/>
              <a:t>Projekt </a:t>
            </a:r>
            <a:r>
              <a:rPr lang="en-US" sz="1600" dirty="0" err="1"/>
              <a:t>nam</a:t>
            </a:r>
            <a:r>
              <a:rPr lang="en-US" sz="1600" dirty="0"/>
              <a:t> je dao </a:t>
            </a:r>
            <a:r>
              <a:rPr lang="en-US" sz="1600" dirty="0" err="1"/>
              <a:t>vrijedan</a:t>
            </a:r>
            <a:r>
              <a:rPr lang="en-US" sz="1600" dirty="0"/>
              <a:t> </a:t>
            </a:r>
            <a:r>
              <a:rPr lang="en-US" sz="1600" dirty="0" err="1"/>
              <a:t>uvid</a:t>
            </a:r>
            <a:r>
              <a:rPr lang="en-US" sz="1600" dirty="0"/>
              <a:t> u </a:t>
            </a:r>
            <a:r>
              <a:rPr lang="en-US" sz="1600" dirty="0" err="1"/>
              <a:t>razvoj</a:t>
            </a:r>
            <a:r>
              <a:rPr lang="en-US" sz="1600" dirty="0"/>
              <a:t> </a:t>
            </a:r>
            <a:r>
              <a:rPr lang="en-US" sz="1600" dirty="0" err="1"/>
              <a:t>složenijeg</a:t>
            </a:r>
            <a:r>
              <a:rPr lang="en-US" sz="1600" dirty="0"/>
              <a:t> </a:t>
            </a:r>
            <a:r>
              <a:rPr lang="en-US" sz="1600" dirty="0" err="1"/>
              <a:t>sustava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korisno</a:t>
            </a:r>
            <a:r>
              <a:rPr lang="en-US" sz="1600" dirty="0"/>
              <a:t> </a:t>
            </a:r>
            <a:r>
              <a:rPr lang="en-US" sz="1600" dirty="0" err="1"/>
              <a:t>iskustvo</a:t>
            </a:r>
            <a:r>
              <a:rPr lang="en-US" sz="1600" dirty="0"/>
              <a:t> za </a:t>
            </a:r>
            <a:r>
              <a:rPr lang="en-US" sz="1600" dirty="0" err="1"/>
              <a:t>buduće</a:t>
            </a:r>
            <a:r>
              <a:rPr lang="en-US" sz="1600" dirty="0"/>
              <a:t> </a:t>
            </a:r>
            <a:r>
              <a:rPr lang="en-US" sz="1600" dirty="0" err="1"/>
              <a:t>projekte</a:t>
            </a:r>
            <a:r>
              <a:rPr lang="en-US" sz="1600" dirty="0"/>
              <a:t>.</a:t>
            </a:r>
            <a:endParaRPr lang="en-US" dirty="0"/>
          </a:p>
          <a:p>
            <a:pPr marL="228600" indent="-228600">
              <a:buFont typeface=""/>
              <a:buChar char="•"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est Calculator App Pitch Deck by Slidesgo">
  <a:themeElements>
    <a:clrScheme name="Simple Light">
      <a:dk1>
        <a:srgbClr val="3B2743"/>
      </a:dk1>
      <a:lt1>
        <a:srgbClr val="FDC672"/>
      </a:lt1>
      <a:dk2>
        <a:srgbClr val="ED9A20"/>
      </a:dk2>
      <a:lt2>
        <a:srgbClr val="C17511"/>
      </a:lt2>
      <a:accent1>
        <a:srgbClr val="595985"/>
      </a:accent1>
      <a:accent2>
        <a:srgbClr val="A93886"/>
      </a:accent2>
      <a:accent3>
        <a:srgbClr val="47163A"/>
      </a:accent3>
      <a:accent4>
        <a:srgbClr val="D9D9D9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Interest Calculator App Pitch Deck by Slidesgo</vt:lpstr>
      <vt:lpstr>Slidesgo Final Pages</vt:lpstr>
      <vt:lpstr>Tim: TG 7.3 Ak. god. 2025./2026. </vt:lpstr>
      <vt:lpstr>Sadržaj</vt:lpstr>
      <vt:lpstr>Članovi tima</vt:lpstr>
      <vt:lpstr>Opis projekta</vt:lpstr>
      <vt:lpstr>Glavni funkcijski zahtjevi</vt:lpstr>
      <vt:lpstr>Nefunkcijski zahtjevi</vt:lpstr>
      <vt:lpstr>UML dijagram obrazaca uporabe</vt:lpstr>
      <vt:lpstr>Arhitektura sustava</vt:lpstr>
      <vt:lpstr>PowerPoint Presentation</vt:lpstr>
      <vt:lpstr>Dijagram razmlještaja  </vt:lpstr>
      <vt:lpstr>Ispitivanje</vt:lpstr>
      <vt:lpstr>Korišteni alati i tehnologije</vt:lpstr>
      <vt:lpstr>Organizacija rada</vt:lpstr>
      <vt:lpstr>Vremenski okvir razvoja</vt:lpstr>
      <vt:lpstr>Zaključak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661</cp:revision>
  <dcterms:modified xsi:type="dcterms:W3CDTF">2026-01-23T14:31:13Z</dcterms:modified>
</cp:coreProperties>
</file>